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theme" Target="theme/theme1.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viewProps" Target="viewProps.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presProps" Target="presProps.xml" /><Relationship Id="rId5" Type="http://schemas.openxmlformats.org/officeDocument/2006/relationships/slide" Target="slides/slide4.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tableStyles" Target="tableStyles.xml" /></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E976E88-5685-41D2-9EB3-9F76A088AE5E}" type="doc">
      <dgm:prSet loTypeId="urn:microsoft.com/office/officeart/2005/8/layout/process1" loCatId="process" qsTypeId="urn:microsoft.com/office/officeart/2005/8/quickstyle/simple2" qsCatId="simple" csTypeId="urn:microsoft.com/office/officeart/2005/8/colors/colorful2" csCatId="colorful"/>
      <dgm:spPr/>
      <dgm:t>
        <a:bodyPr/>
        <a:lstStyle/>
        <a:p>
          <a:endParaRPr lang="en-US"/>
        </a:p>
      </dgm:t>
    </dgm:pt>
    <dgm:pt modelId="{372A2053-4B90-4E94-9239-2EB52DAB37EE}">
      <dgm:prSet/>
      <dgm:spPr/>
      <dgm:t>
        <a:bodyPr/>
        <a:lstStyle/>
        <a:p>
          <a:r>
            <a:rPr lang="es-US"/>
            <a:t>Mediante el uso de la Programación Orientada a Objetos (POO), el sistema se estructura en diversos módulos que colaboran entre sí para simular el funcionamiento completo de un cliente de correo electrónico. Cada clase cumple una responsabilidad clara dentro de la arquitectura, juntos logran  un diseño modular, extensible y fácil de mantener.</a:t>
          </a:r>
          <a:endParaRPr lang="en-US"/>
        </a:p>
      </dgm:t>
    </dgm:pt>
    <dgm:pt modelId="{B97B9606-A9DB-43B5-B791-3FBBEC83C504}" type="parTrans" cxnId="{B24C7B70-2372-2048-A09F-F2BC4ECB448A}">
      <dgm:prSet/>
      <dgm:spPr/>
      <dgm:t>
        <a:bodyPr/>
        <a:lstStyle/>
        <a:p>
          <a:endParaRPr lang="en-US"/>
        </a:p>
      </dgm:t>
    </dgm:pt>
    <dgm:pt modelId="{E11DE405-5C68-478D-876B-E7BE71189E37}" type="sibTrans" cxnId="{B24C7B70-2372-2048-A09F-F2BC4ECB448A}">
      <dgm:prSet/>
      <dgm:spPr/>
      <dgm:t>
        <a:bodyPr/>
        <a:lstStyle/>
        <a:p>
          <a:endParaRPr lang="en-US"/>
        </a:p>
      </dgm:t>
    </dgm:pt>
    <dgm:pt modelId="{33846A7C-030D-604F-9CE2-FC2A2399E074}" type="pres">
      <dgm:prSet presAssocID="{7E976E88-5685-41D2-9EB3-9F76A088AE5E}" presName="Name0" presStyleCnt="0">
        <dgm:presLayoutVars>
          <dgm:dir/>
          <dgm:resizeHandles val="exact"/>
        </dgm:presLayoutVars>
      </dgm:prSet>
      <dgm:spPr/>
    </dgm:pt>
    <dgm:pt modelId="{285F1FF3-F870-0E44-BC5D-C27D7CFDC5FE}" type="pres">
      <dgm:prSet presAssocID="{372A2053-4B90-4E94-9239-2EB52DAB37EE}" presName="node" presStyleLbl="node1" presStyleIdx="0" presStyleCnt="1">
        <dgm:presLayoutVars>
          <dgm:bulletEnabled val="1"/>
        </dgm:presLayoutVars>
      </dgm:prSet>
      <dgm:spPr/>
    </dgm:pt>
  </dgm:ptLst>
  <dgm:cxnLst>
    <dgm:cxn modelId="{9272BA1D-9C51-B344-AF05-A7A454827838}" type="presOf" srcId="{7E976E88-5685-41D2-9EB3-9F76A088AE5E}" destId="{33846A7C-030D-604F-9CE2-FC2A2399E074}" srcOrd="0" destOrd="0" presId="urn:microsoft.com/office/officeart/2005/8/layout/process1"/>
    <dgm:cxn modelId="{B24C7B70-2372-2048-A09F-F2BC4ECB448A}" srcId="{7E976E88-5685-41D2-9EB3-9F76A088AE5E}" destId="{372A2053-4B90-4E94-9239-2EB52DAB37EE}" srcOrd="0" destOrd="0" parTransId="{B97B9606-A9DB-43B5-B791-3FBBEC83C504}" sibTransId="{E11DE405-5C68-478D-876B-E7BE71189E37}"/>
    <dgm:cxn modelId="{C87CF27E-E355-1441-8F37-B390A86D49D2}" type="presOf" srcId="{372A2053-4B90-4E94-9239-2EB52DAB37EE}" destId="{285F1FF3-F870-0E44-BC5D-C27D7CFDC5FE}" srcOrd="0" destOrd="0" presId="urn:microsoft.com/office/officeart/2005/8/layout/process1"/>
    <dgm:cxn modelId="{D7FDEAE5-2DE3-7446-BAC3-5E11D8C2137D}" type="presParOf" srcId="{33846A7C-030D-604F-9CE2-FC2A2399E074}" destId="{285F1FF3-F870-0E44-BC5D-C27D7CFDC5FE}" srcOrd="0"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2F8AD51-D55C-466C-A010-DDB775AA37B3}" type="doc">
      <dgm:prSet loTypeId="urn:microsoft.com/office/officeart/2005/8/layout/default" loCatId="list" qsTypeId="urn:microsoft.com/office/officeart/2005/8/quickstyle/simple4" qsCatId="simple" csTypeId="urn:microsoft.com/office/officeart/2005/8/colors/colorful5" csCatId="colorful"/>
      <dgm:spPr/>
      <dgm:t>
        <a:bodyPr/>
        <a:lstStyle/>
        <a:p>
          <a:endParaRPr lang="en-US"/>
        </a:p>
      </dgm:t>
    </dgm:pt>
    <dgm:pt modelId="{7C4DF0F0-A283-4034-934C-1353CAAC55AF}">
      <dgm:prSet/>
      <dgm:spPr/>
      <dgm:t>
        <a:bodyPr/>
        <a:lstStyle/>
        <a:p>
          <a:r>
            <a:rPr lang="es-US"/>
            <a:t>Mensaje: Representa la unidad básica del sistema. Almacena los datos esenciales del correo electrónico: remitente, destinatario, asunto, cuerpo y prioridad. Define la estructura del mensaje y garantiza su validez mediante validaciones internas.</a:t>
          </a:r>
          <a:endParaRPr lang="en-US"/>
        </a:p>
      </dgm:t>
    </dgm:pt>
    <dgm:pt modelId="{317ADBED-9C4D-48EC-AB25-E21FB68C2241}" type="parTrans" cxnId="{5FB10EE3-8E54-4C71-89F6-B6F4DC088526}">
      <dgm:prSet/>
      <dgm:spPr/>
      <dgm:t>
        <a:bodyPr/>
        <a:lstStyle/>
        <a:p>
          <a:endParaRPr lang="en-US"/>
        </a:p>
      </dgm:t>
    </dgm:pt>
    <dgm:pt modelId="{6AA301CF-E9FA-45FF-839C-4C71E2B4D721}" type="sibTrans" cxnId="{5FB10EE3-8E54-4C71-89F6-B6F4DC088526}">
      <dgm:prSet/>
      <dgm:spPr/>
      <dgm:t>
        <a:bodyPr/>
        <a:lstStyle/>
        <a:p>
          <a:endParaRPr lang="en-US"/>
        </a:p>
      </dgm:t>
    </dgm:pt>
    <dgm:pt modelId="{4CA8B974-2DEB-4610-903F-373833761E13}">
      <dgm:prSet/>
      <dgm:spPr/>
      <dgm:t>
        <a:bodyPr/>
        <a:lstStyle/>
        <a:p>
          <a:r>
            <a:rPr lang="es-US"/>
            <a:t>Carpeta: Implementa la estructura jerárquica del sistema de carpetas. Permite almacenar mensajes utilizando un heap según su prioridad, crear subcarpetas, buscar mensajes de forma recursiva y moverlos entre carpetas. Es clave para la organización interna del correo.</a:t>
          </a:r>
          <a:endParaRPr lang="en-US"/>
        </a:p>
      </dgm:t>
    </dgm:pt>
    <dgm:pt modelId="{FA813B29-7F78-4DC8-9AD1-6D9BF79C820F}" type="parTrans" cxnId="{41C0B815-34FE-4F5F-B97B-61F578291179}">
      <dgm:prSet/>
      <dgm:spPr/>
      <dgm:t>
        <a:bodyPr/>
        <a:lstStyle/>
        <a:p>
          <a:endParaRPr lang="en-US"/>
        </a:p>
      </dgm:t>
    </dgm:pt>
    <dgm:pt modelId="{A9AE8515-85A2-4CF3-8064-6E3F5EBC1126}" type="sibTrans" cxnId="{41C0B815-34FE-4F5F-B97B-61F578291179}">
      <dgm:prSet/>
      <dgm:spPr/>
      <dgm:t>
        <a:bodyPr/>
        <a:lstStyle/>
        <a:p>
          <a:endParaRPr lang="en-US"/>
        </a:p>
      </dgm:t>
    </dgm:pt>
    <dgm:pt modelId="{0663F8CC-4734-4861-894D-007CE67F60C5}">
      <dgm:prSet/>
      <dgm:spPr/>
      <dgm:t>
        <a:bodyPr/>
        <a:lstStyle/>
        <a:p>
          <a:r>
            <a:rPr lang="es-US"/>
            <a:t>Usuario:: modela a cada persona registrada dentro del servidor, gestionando los datos personales y manteniendo la estructura de carpetas, incluyendo la bandeja de entrada y la de salida. Además, se encarga de almacenar tanto los mensajes enviados como los recibidos, y de aplicar reglas de filtrado que permiten organizar automáticamente los correos entrantes según criterios definidos por el propio usuario.</a:t>
          </a:r>
          <a:endParaRPr lang="en-US"/>
        </a:p>
      </dgm:t>
    </dgm:pt>
    <dgm:pt modelId="{BE2C093B-C2C4-4D50-B29E-27D70D09E79A}" type="parTrans" cxnId="{0E429B3A-6F7F-4187-B3F3-4AB7CF0C13A7}">
      <dgm:prSet/>
      <dgm:spPr/>
      <dgm:t>
        <a:bodyPr/>
        <a:lstStyle/>
        <a:p>
          <a:endParaRPr lang="en-US"/>
        </a:p>
      </dgm:t>
    </dgm:pt>
    <dgm:pt modelId="{346FB5A3-761C-4A98-A413-DD99447BF12B}" type="sibTrans" cxnId="{0E429B3A-6F7F-4187-B3F3-4AB7CF0C13A7}">
      <dgm:prSet/>
      <dgm:spPr/>
      <dgm:t>
        <a:bodyPr/>
        <a:lstStyle/>
        <a:p>
          <a:endParaRPr lang="en-US"/>
        </a:p>
      </dgm:t>
    </dgm:pt>
    <dgm:pt modelId="{0DC3F399-229B-4F2B-9285-E71F82B2FE1C}">
      <dgm:prSet/>
      <dgm:spPr/>
      <dgm:t>
        <a:bodyPr/>
        <a:lstStyle/>
        <a:p>
          <a:r>
            <a:rPr lang="es-US"/>
            <a:t>InterfazBasica: Define la estructura mínima que debe implementar cualquier servidor dentro del sistema. Establece un conjunto de métodos fundamentales como enviar mensajes, registrar usuarios, listar bandejas, crear carpetas o mover correos garantizando que todas las implementaciones sigan una lógica común y mantengan coherencia funcional dentro de la arquitectura.</a:t>
          </a:r>
          <a:endParaRPr lang="en-US"/>
        </a:p>
      </dgm:t>
    </dgm:pt>
    <dgm:pt modelId="{10C06C15-9FC2-4AF8-A61F-07B016ED8653}" type="parTrans" cxnId="{FC9EBE6A-B482-4F22-8BDD-5A9FF54F3CAA}">
      <dgm:prSet/>
      <dgm:spPr/>
      <dgm:t>
        <a:bodyPr/>
        <a:lstStyle/>
        <a:p>
          <a:endParaRPr lang="en-US"/>
        </a:p>
      </dgm:t>
    </dgm:pt>
    <dgm:pt modelId="{F2079F84-B9F6-4EE7-A1D6-D113E583DB7B}" type="sibTrans" cxnId="{FC9EBE6A-B482-4F22-8BDD-5A9FF54F3CAA}">
      <dgm:prSet/>
      <dgm:spPr/>
      <dgm:t>
        <a:bodyPr/>
        <a:lstStyle/>
        <a:p>
          <a:endParaRPr lang="en-US"/>
        </a:p>
      </dgm:t>
    </dgm:pt>
    <dgm:pt modelId="{F5DD1902-93E2-4895-9A54-7963BC89D845}">
      <dgm:prSet/>
      <dgm:spPr/>
      <dgm:t>
        <a:bodyPr/>
        <a:lstStyle/>
        <a:p>
          <a:r>
            <a:rPr lang="es-US"/>
            <a:t>Menu: Es el módulo encargado de la interacción por consola entre el usuario y el sistema. Presenta las distintas opciones del programa, como registrarse, enviar mensajes, listar mensajes, crear subcarpetas o mover correos, y captura la entrada del usuario mediante input para delegar cada acción en el servidor correspondiente. Además, funciona como el punto de entrada del sistema.</a:t>
          </a:r>
          <a:endParaRPr lang="en-US"/>
        </a:p>
      </dgm:t>
    </dgm:pt>
    <dgm:pt modelId="{708911AE-D463-4939-BF5E-73938124315D}" type="parTrans" cxnId="{0FC3EDCB-CCB3-4969-9119-08030479D88D}">
      <dgm:prSet/>
      <dgm:spPr/>
      <dgm:t>
        <a:bodyPr/>
        <a:lstStyle/>
        <a:p>
          <a:endParaRPr lang="en-US"/>
        </a:p>
      </dgm:t>
    </dgm:pt>
    <dgm:pt modelId="{3449C445-1469-45D6-84D2-EE07C916BA98}" type="sibTrans" cxnId="{0FC3EDCB-CCB3-4969-9119-08030479D88D}">
      <dgm:prSet/>
      <dgm:spPr/>
      <dgm:t>
        <a:bodyPr/>
        <a:lstStyle/>
        <a:p>
          <a:endParaRPr lang="en-US"/>
        </a:p>
      </dgm:t>
    </dgm:pt>
    <dgm:pt modelId="{C38A9E02-467D-4693-9908-35823618024D}">
      <dgm:prSet/>
      <dgm:spPr/>
      <dgm:t>
        <a:bodyPr/>
        <a:lstStyle/>
        <a:p>
          <a:r>
            <a:rPr lang="es-US"/>
            <a:t>RedServidores: Mediante un grafo dirigido representa la infraestructura de comunicación entre dominios.Gestiona los servidores registrados y sus conexiones, y utiliza una búsqueda en anchura (BFS) para determinar la ruta más corta entre dos dominios cuando un mensaje necesita viajar a través de múltiples servidores. Este módulo a su vez simula el enrutamiento real que ocurre en una red distribuida de correo electrónico</a:t>
          </a:r>
          <a:endParaRPr lang="en-US"/>
        </a:p>
      </dgm:t>
    </dgm:pt>
    <dgm:pt modelId="{6AB5E3C9-E3F2-4EDB-BA1B-EC48A06AD59C}" type="parTrans" cxnId="{ECE85C9A-1B19-4836-B049-428E1F6BEF60}">
      <dgm:prSet/>
      <dgm:spPr/>
      <dgm:t>
        <a:bodyPr/>
        <a:lstStyle/>
        <a:p>
          <a:endParaRPr lang="en-US"/>
        </a:p>
      </dgm:t>
    </dgm:pt>
    <dgm:pt modelId="{C49C3392-D33A-4BD2-A419-FFE1BEB94301}" type="sibTrans" cxnId="{ECE85C9A-1B19-4836-B049-428E1F6BEF60}">
      <dgm:prSet/>
      <dgm:spPr/>
      <dgm:t>
        <a:bodyPr/>
        <a:lstStyle/>
        <a:p>
          <a:endParaRPr lang="en-US"/>
        </a:p>
      </dgm:t>
    </dgm:pt>
    <dgm:pt modelId="{5018BA4C-15D5-4273-80CC-98EEC92D0827}">
      <dgm:prSet/>
      <dgm:spPr/>
      <dgm:t>
        <a:bodyPr/>
        <a:lstStyle/>
        <a:p>
          <a:r>
            <a:rPr lang="es-US"/>
            <a:t>ServidorCorreo: Es el núcleo lógico del sistema,el cual administra a los usuarios registrados y coordina el envío y recepción de mensajes. Además de validar remitentes y destinatarios, almacena los correos enviados y recibidos, gestiona la creación de carpetas y, cuando el destino pertenece a otro dominio, se apoya en la red de servidores para enrutar correctamente el mensaje</a:t>
          </a:r>
          <a:endParaRPr lang="en-US"/>
        </a:p>
      </dgm:t>
    </dgm:pt>
    <dgm:pt modelId="{49DFDC4D-1299-40F1-9EFE-7538A3B1BB26}" type="parTrans" cxnId="{141EA2F9-F50F-430D-8A04-792B30FFE1F9}">
      <dgm:prSet/>
      <dgm:spPr/>
      <dgm:t>
        <a:bodyPr/>
        <a:lstStyle/>
        <a:p>
          <a:endParaRPr lang="en-US"/>
        </a:p>
      </dgm:t>
    </dgm:pt>
    <dgm:pt modelId="{6260B65B-E371-4613-B74C-DF94AB9F4951}" type="sibTrans" cxnId="{141EA2F9-F50F-430D-8A04-792B30FFE1F9}">
      <dgm:prSet/>
      <dgm:spPr/>
      <dgm:t>
        <a:bodyPr/>
        <a:lstStyle/>
        <a:p>
          <a:endParaRPr lang="en-US"/>
        </a:p>
      </dgm:t>
    </dgm:pt>
    <dgm:pt modelId="{96B9D285-E87D-1F4A-84F1-B1BAD8B127E3}" type="pres">
      <dgm:prSet presAssocID="{E2F8AD51-D55C-466C-A010-DDB775AA37B3}" presName="diagram" presStyleCnt="0">
        <dgm:presLayoutVars>
          <dgm:dir/>
          <dgm:resizeHandles val="exact"/>
        </dgm:presLayoutVars>
      </dgm:prSet>
      <dgm:spPr/>
    </dgm:pt>
    <dgm:pt modelId="{521AD841-8C6B-6A4E-8080-4867BA5ADEBC}" type="pres">
      <dgm:prSet presAssocID="{7C4DF0F0-A283-4034-934C-1353CAAC55AF}" presName="node" presStyleLbl="node1" presStyleIdx="0" presStyleCnt="7">
        <dgm:presLayoutVars>
          <dgm:bulletEnabled val="1"/>
        </dgm:presLayoutVars>
      </dgm:prSet>
      <dgm:spPr/>
    </dgm:pt>
    <dgm:pt modelId="{922BCBE5-7735-504C-BF08-31A613393E1C}" type="pres">
      <dgm:prSet presAssocID="{6AA301CF-E9FA-45FF-839C-4C71E2B4D721}" presName="sibTrans" presStyleCnt="0"/>
      <dgm:spPr/>
    </dgm:pt>
    <dgm:pt modelId="{ECB03D70-BAF2-1743-98C7-5F5549B02191}" type="pres">
      <dgm:prSet presAssocID="{4CA8B974-2DEB-4610-903F-373833761E13}" presName="node" presStyleLbl="node1" presStyleIdx="1" presStyleCnt="7">
        <dgm:presLayoutVars>
          <dgm:bulletEnabled val="1"/>
        </dgm:presLayoutVars>
      </dgm:prSet>
      <dgm:spPr/>
    </dgm:pt>
    <dgm:pt modelId="{DA6AB25C-A5BC-7645-8262-F06466CB5FB7}" type="pres">
      <dgm:prSet presAssocID="{A9AE8515-85A2-4CF3-8064-6E3F5EBC1126}" presName="sibTrans" presStyleCnt="0"/>
      <dgm:spPr/>
    </dgm:pt>
    <dgm:pt modelId="{EA5E5970-E6F5-2548-BC88-C2A19CE80EE9}" type="pres">
      <dgm:prSet presAssocID="{0663F8CC-4734-4861-894D-007CE67F60C5}" presName="node" presStyleLbl="node1" presStyleIdx="2" presStyleCnt="7">
        <dgm:presLayoutVars>
          <dgm:bulletEnabled val="1"/>
        </dgm:presLayoutVars>
      </dgm:prSet>
      <dgm:spPr/>
    </dgm:pt>
    <dgm:pt modelId="{641B13AF-130A-4F45-B9AD-82ABF948C065}" type="pres">
      <dgm:prSet presAssocID="{346FB5A3-761C-4A98-A413-DD99447BF12B}" presName="sibTrans" presStyleCnt="0"/>
      <dgm:spPr/>
    </dgm:pt>
    <dgm:pt modelId="{D6241EE1-368E-104E-A23D-29FD75E2E448}" type="pres">
      <dgm:prSet presAssocID="{0DC3F399-229B-4F2B-9285-E71F82B2FE1C}" presName="node" presStyleLbl="node1" presStyleIdx="3" presStyleCnt="7">
        <dgm:presLayoutVars>
          <dgm:bulletEnabled val="1"/>
        </dgm:presLayoutVars>
      </dgm:prSet>
      <dgm:spPr/>
    </dgm:pt>
    <dgm:pt modelId="{6285CBE7-EFC5-4044-BC1C-14DF98427961}" type="pres">
      <dgm:prSet presAssocID="{F2079F84-B9F6-4EE7-A1D6-D113E583DB7B}" presName="sibTrans" presStyleCnt="0"/>
      <dgm:spPr/>
    </dgm:pt>
    <dgm:pt modelId="{9FD9AA2B-332E-414C-8B03-14402DFB4419}" type="pres">
      <dgm:prSet presAssocID="{F5DD1902-93E2-4895-9A54-7963BC89D845}" presName="node" presStyleLbl="node1" presStyleIdx="4" presStyleCnt="7">
        <dgm:presLayoutVars>
          <dgm:bulletEnabled val="1"/>
        </dgm:presLayoutVars>
      </dgm:prSet>
      <dgm:spPr/>
    </dgm:pt>
    <dgm:pt modelId="{2C1A09F9-1277-5D4D-BBA1-B4ED17D04002}" type="pres">
      <dgm:prSet presAssocID="{3449C445-1469-45D6-84D2-EE07C916BA98}" presName="sibTrans" presStyleCnt="0"/>
      <dgm:spPr/>
    </dgm:pt>
    <dgm:pt modelId="{29B96978-B3F1-7543-B2DA-58909E3077FC}" type="pres">
      <dgm:prSet presAssocID="{C38A9E02-467D-4693-9908-35823618024D}" presName="node" presStyleLbl="node1" presStyleIdx="5" presStyleCnt="7">
        <dgm:presLayoutVars>
          <dgm:bulletEnabled val="1"/>
        </dgm:presLayoutVars>
      </dgm:prSet>
      <dgm:spPr/>
    </dgm:pt>
    <dgm:pt modelId="{DB0A80B6-1A63-A646-84A4-066A37151D2E}" type="pres">
      <dgm:prSet presAssocID="{C49C3392-D33A-4BD2-A419-FFE1BEB94301}" presName="sibTrans" presStyleCnt="0"/>
      <dgm:spPr/>
    </dgm:pt>
    <dgm:pt modelId="{658DDD83-3DE4-DF43-A416-7D8218178DED}" type="pres">
      <dgm:prSet presAssocID="{5018BA4C-15D5-4273-80CC-98EEC92D0827}" presName="node" presStyleLbl="node1" presStyleIdx="6" presStyleCnt="7">
        <dgm:presLayoutVars>
          <dgm:bulletEnabled val="1"/>
        </dgm:presLayoutVars>
      </dgm:prSet>
      <dgm:spPr/>
    </dgm:pt>
  </dgm:ptLst>
  <dgm:cxnLst>
    <dgm:cxn modelId="{41C0B815-34FE-4F5F-B97B-61F578291179}" srcId="{E2F8AD51-D55C-466C-A010-DDB775AA37B3}" destId="{4CA8B974-2DEB-4610-903F-373833761E13}" srcOrd="1" destOrd="0" parTransId="{FA813B29-7F78-4DC8-9AD1-6D9BF79C820F}" sibTransId="{A9AE8515-85A2-4CF3-8064-6E3F5EBC1126}"/>
    <dgm:cxn modelId="{0E429B3A-6F7F-4187-B3F3-4AB7CF0C13A7}" srcId="{E2F8AD51-D55C-466C-A010-DDB775AA37B3}" destId="{0663F8CC-4734-4861-894D-007CE67F60C5}" srcOrd="2" destOrd="0" parTransId="{BE2C093B-C2C4-4D50-B29E-27D70D09E79A}" sibTransId="{346FB5A3-761C-4A98-A413-DD99447BF12B}"/>
    <dgm:cxn modelId="{635A3E3E-14EE-E742-A350-76CAC1729983}" type="presOf" srcId="{C38A9E02-467D-4693-9908-35823618024D}" destId="{29B96978-B3F1-7543-B2DA-58909E3077FC}" srcOrd="0" destOrd="0" presId="urn:microsoft.com/office/officeart/2005/8/layout/default"/>
    <dgm:cxn modelId="{FC9EBE6A-B482-4F22-8BDD-5A9FF54F3CAA}" srcId="{E2F8AD51-D55C-466C-A010-DDB775AA37B3}" destId="{0DC3F399-229B-4F2B-9285-E71F82B2FE1C}" srcOrd="3" destOrd="0" parTransId="{10C06C15-9FC2-4AF8-A61F-07B016ED8653}" sibTransId="{F2079F84-B9F6-4EE7-A1D6-D113E583DB7B}"/>
    <dgm:cxn modelId="{3729B06E-807F-634C-B5C5-547B2077005C}" type="presOf" srcId="{7C4DF0F0-A283-4034-934C-1353CAAC55AF}" destId="{521AD841-8C6B-6A4E-8080-4867BA5ADEBC}" srcOrd="0" destOrd="0" presId="urn:microsoft.com/office/officeart/2005/8/layout/default"/>
    <dgm:cxn modelId="{840AAB52-FEA3-6B44-B4BC-2AAFF5643769}" type="presOf" srcId="{4CA8B974-2DEB-4610-903F-373833761E13}" destId="{ECB03D70-BAF2-1743-98C7-5F5549B02191}" srcOrd="0" destOrd="0" presId="urn:microsoft.com/office/officeart/2005/8/layout/default"/>
    <dgm:cxn modelId="{614DE47D-D8FA-C24A-B306-E513132BDEA1}" type="presOf" srcId="{F5DD1902-93E2-4895-9A54-7963BC89D845}" destId="{9FD9AA2B-332E-414C-8B03-14402DFB4419}" srcOrd="0" destOrd="0" presId="urn:microsoft.com/office/officeart/2005/8/layout/default"/>
    <dgm:cxn modelId="{ECE85C9A-1B19-4836-B049-428E1F6BEF60}" srcId="{E2F8AD51-D55C-466C-A010-DDB775AA37B3}" destId="{C38A9E02-467D-4693-9908-35823618024D}" srcOrd="5" destOrd="0" parTransId="{6AB5E3C9-E3F2-4EDB-BA1B-EC48A06AD59C}" sibTransId="{C49C3392-D33A-4BD2-A419-FFE1BEB94301}"/>
    <dgm:cxn modelId="{CE21C39B-F1BD-5A4F-A6E0-FE8E27447123}" type="presOf" srcId="{0DC3F399-229B-4F2B-9285-E71F82B2FE1C}" destId="{D6241EE1-368E-104E-A23D-29FD75E2E448}" srcOrd="0" destOrd="0" presId="urn:microsoft.com/office/officeart/2005/8/layout/default"/>
    <dgm:cxn modelId="{B330EAB9-E1AC-2B43-ADE1-47BD20EFD096}" type="presOf" srcId="{E2F8AD51-D55C-466C-A010-DDB775AA37B3}" destId="{96B9D285-E87D-1F4A-84F1-B1BAD8B127E3}" srcOrd="0" destOrd="0" presId="urn:microsoft.com/office/officeart/2005/8/layout/default"/>
    <dgm:cxn modelId="{0FC3EDCB-CCB3-4969-9119-08030479D88D}" srcId="{E2F8AD51-D55C-466C-A010-DDB775AA37B3}" destId="{F5DD1902-93E2-4895-9A54-7963BC89D845}" srcOrd="4" destOrd="0" parTransId="{708911AE-D463-4939-BF5E-73938124315D}" sibTransId="{3449C445-1469-45D6-84D2-EE07C916BA98}"/>
    <dgm:cxn modelId="{A062DFCC-6B1F-994E-9294-279B82233805}" type="presOf" srcId="{0663F8CC-4734-4861-894D-007CE67F60C5}" destId="{EA5E5970-E6F5-2548-BC88-C2A19CE80EE9}" srcOrd="0" destOrd="0" presId="urn:microsoft.com/office/officeart/2005/8/layout/default"/>
    <dgm:cxn modelId="{CCDE18D2-AD03-364C-A4C2-82EB9E31C199}" type="presOf" srcId="{5018BA4C-15D5-4273-80CC-98EEC92D0827}" destId="{658DDD83-3DE4-DF43-A416-7D8218178DED}" srcOrd="0" destOrd="0" presId="urn:microsoft.com/office/officeart/2005/8/layout/default"/>
    <dgm:cxn modelId="{5FB10EE3-8E54-4C71-89F6-B6F4DC088526}" srcId="{E2F8AD51-D55C-466C-A010-DDB775AA37B3}" destId="{7C4DF0F0-A283-4034-934C-1353CAAC55AF}" srcOrd="0" destOrd="0" parTransId="{317ADBED-9C4D-48EC-AB25-E21FB68C2241}" sibTransId="{6AA301CF-E9FA-45FF-839C-4C71E2B4D721}"/>
    <dgm:cxn modelId="{141EA2F9-F50F-430D-8A04-792B30FFE1F9}" srcId="{E2F8AD51-D55C-466C-A010-DDB775AA37B3}" destId="{5018BA4C-15D5-4273-80CC-98EEC92D0827}" srcOrd="6" destOrd="0" parTransId="{49DFDC4D-1299-40F1-9EFE-7538A3B1BB26}" sibTransId="{6260B65B-E371-4613-B74C-DF94AB9F4951}"/>
    <dgm:cxn modelId="{D86EBB16-CCDF-944E-8729-8DAAD05D0B09}" type="presParOf" srcId="{96B9D285-E87D-1F4A-84F1-B1BAD8B127E3}" destId="{521AD841-8C6B-6A4E-8080-4867BA5ADEBC}" srcOrd="0" destOrd="0" presId="urn:microsoft.com/office/officeart/2005/8/layout/default"/>
    <dgm:cxn modelId="{B4965175-3A9A-E443-BE11-A87D74D738FF}" type="presParOf" srcId="{96B9D285-E87D-1F4A-84F1-B1BAD8B127E3}" destId="{922BCBE5-7735-504C-BF08-31A613393E1C}" srcOrd="1" destOrd="0" presId="urn:microsoft.com/office/officeart/2005/8/layout/default"/>
    <dgm:cxn modelId="{2D8CC469-279F-7A4A-B4B5-C37C903407E1}" type="presParOf" srcId="{96B9D285-E87D-1F4A-84F1-B1BAD8B127E3}" destId="{ECB03D70-BAF2-1743-98C7-5F5549B02191}" srcOrd="2" destOrd="0" presId="urn:microsoft.com/office/officeart/2005/8/layout/default"/>
    <dgm:cxn modelId="{A3D6B239-39FF-3E4F-BFBB-61DC030275A5}" type="presParOf" srcId="{96B9D285-E87D-1F4A-84F1-B1BAD8B127E3}" destId="{DA6AB25C-A5BC-7645-8262-F06466CB5FB7}" srcOrd="3" destOrd="0" presId="urn:microsoft.com/office/officeart/2005/8/layout/default"/>
    <dgm:cxn modelId="{70293D72-06F7-524C-9FBE-D4E96CBE8F87}" type="presParOf" srcId="{96B9D285-E87D-1F4A-84F1-B1BAD8B127E3}" destId="{EA5E5970-E6F5-2548-BC88-C2A19CE80EE9}" srcOrd="4" destOrd="0" presId="urn:microsoft.com/office/officeart/2005/8/layout/default"/>
    <dgm:cxn modelId="{2D686A38-3C61-AB4F-87EF-04A164FF32C2}" type="presParOf" srcId="{96B9D285-E87D-1F4A-84F1-B1BAD8B127E3}" destId="{641B13AF-130A-4F45-B9AD-82ABF948C065}" srcOrd="5" destOrd="0" presId="urn:microsoft.com/office/officeart/2005/8/layout/default"/>
    <dgm:cxn modelId="{EB884ABB-76FF-9741-A066-21880CBA2FCD}" type="presParOf" srcId="{96B9D285-E87D-1F4A-84F1-B1BAD8B127E3}" destId="{D6241EE1-368E-104E-A23D-29FD75E2E448}" srcOrd="6" destOrd="0" presId="urn:microsoft.com/office/officeart/2005/8/layout/default"/>
    <dgm:cxn modelId="{ED8D02DD-0820-D249-BD82-162CB0837F16}" type="presParOf" srcId="{96B9D285-E87D-1F4A-84F1-B1BAD8B127E3}" destId="{6285CBE7-EFC5-4044-BC1C-14DF98427961}" srcOrd="7" destOrd="0" presId="urn:microsoft.com/office/officeart/2005/8/layout/default"/>
    <dgm:cxn modelId="{8F201DD4-674F-E247-B4E1-162B06B003B1}" type="presParOf" srcId="{96B9D285-E87D-1F4A-84F1-B1BAD8B127E3}" destId="{9FD9AA2B-332E-414C-8B03-14402DFB4419}" srcOrd="8" destOrd="0" presId="urn:microsoft.com/office/officeart/2005/8/layout/default"/>
    <dgm:cxn modelId="{54C39714-9974-BC45-9D3B-4E2DE6DD0573}" type="presParOf" srcId="{96B9D285-E87D-1F4A-84F1-B1BAD8B127E3}" destId="{2C1A09F9-1277-5D4D-BBA1-B4ED17D04002}" srcOrd="9" destOrd="0" presId="urn:microsoft.com/office/officeart/2005/8/layout/default"/>
    <dgm:cxn modelId="{A0CE8BA1-6D6E-E949-9669-CC8A58320951}" type="presParOf" srcId="{96B9D285-E87D-1F4A-84F1-B1BAD8B127E3}" destId="{29B96978-B3F1-7543-B2DA-58909E3077FC}" srcOrd="10" destOrd="0" presId="urn:microsoft.com/office/officeart/2005/8/layout/default"/>
    <dgm:cxn modelId="{DF14F3D0-F08E-DE4D-913A-4381B40892E7}" type="presParOf" srcId="{96B9D285-E87D-1F4A-84F1-B1BAD8B127E3}" destId="{DB0A80B6-1A63-A646-84A4-066A37151D2E}" srcOrd="11" destOrd="0" presId="urn:microsoft.com/office/officeart/2005/8/layout/default"/>
    <dgm:cxn modelId="{72B24809-B7F4-6642-BB3A-8A5AE8BD09E1}" type="presParOf" srcId="{96B9D285-E87D-1F4A-84F1-B1BAD8B127E3}" destId="{658DDD83-3DE4-DF43-A416-7D8218178DED}" srcOrd="1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67A5FCA-5FD9-4512-A2E5-550F6033B9E3}" type="doc">
      <dgm:prSet loTypeId="urn:microsoft.com/office/officeart/2016/7/layout/LinearArrowProcessNumbered" loCatId="process" qsTypeId="urn:microsoft.com/office/officeart/2005/8/quickstyle/simple4" qsCatId="simple" csTypeId="urn:microsoft.com/office/officeart/2005/8/colors/colorful1" csCatId="colorful" phldr="1"/>
      <dgm:spPr/>
      <dgm:t>
        <a:bodyPr/>
        <a:lstStyle/>
        <a:p>
          <a:endParaRPr lang="en-US"/>
        </a:p>
      </dgm:t>
    </dgm:pt>
    <dgm:pt modelId="{C834B926-D7BB-4DB6-BA8F-316607880F74}">
      <dgm:prSet/>
      <dgm:spPr/>
      <dgm:t>
        <a:bodyPr/>
        <a:lstStyle/>
        <a:p>
          <a:r>
            <a:rPr lang="es-US" dirty="0"/>
            <a:t>Se cumplieron las consignas dadas en cuanto a código.</a:t>
          </a:r>
          <a:endParaRPr lang="en-US" dirty="0"/>
        </a:p>
      </dgm:t>
    </dgm:pt>
    <dgm:pt modelId="{FD7572C2-BD0E-44BE-9F58-2891B793EF55}" type="parTrans" cxnId="{92E881C7-C0AE-47FC-A187-F7A5E4EB0B67}">
      <dgm:prSet/>
      <dgm:spPr/>
      <dgm:t>
        <a:bodyPr/>
        <a:lstStyle/>
        <a:p>
          <a:endParaRPr lang="en-US"/>
        </a:p>
      </dgm:t>
    </dgm:pt>
    <dgm:pt modelId="{8F6357C6-17F9-476A-AC49-F3F332C80CD6}" type="sibTrans" cxnId="{92E881C7-C0AE-47FC-A187-F7A5E4EB0B67}">
      <dgm:prSet phldrT="1" phldr="0"/>
      <dgm:spPr/>
      <dgm:t>
        <a:bodyPr/>
        <a:lstStyle/>
        <a:p>
          <a:r>
            <a:rPr lang="en-US"/>
            <a:t>1</a:t>
          </a:r>
        </a:p>
      </dgm:t>
    </dgm:pt>
    <dgm:pt modelId="{A5B0D473-0BBB-4425-96F6-2D1FFCB65AA1}">
      <dgm:prSet/>
      <dgm:spPr/>
      <dgm:t>
        <a:bodyPr/>
        <a:lstStyle/>
        <a:p>
          <a:r>
            <a:rPr lang="es-US"/>
            <a:t>Se utilizaron estructuras de datos eficientes (heap, listas de adyacencia, recursión), optimizando el rendimiento general del sistema.</a:t>
          </a:r>
          <a:endParaRPr lang="en-US"/>
        </a:p>
      </dgm:t>
    </dgm:pt>
    <dgm:pt modelId="{CA5C80EF-9F20-4F0A-8B91-8C2203C5E5F1}" type="parTrans" cxnId="{7DBB6794-C5A4-49D8-BE01-D4377A0FAB77}">
      <dgm:prSet/>
      <dgm:spPr/>
      <dgm:t>
        <a:bodyPr/>
        <a:lstStyle/>
        <a:p>
          <a:endParaRPr lang="en-US"/>
        </a:p>
      </dgm:t>
    </dgm:pt>
    <dgm:pt modelId="{8E1AB8F7-A271-4EDB-B79D-4040BC7BEF5A}" type="sibTrans" cxnId="{7DBB6794-C5A4-49D8-BE01-D4377A0FAB77}">
      <dgm:prSet phldrT="2" phldr="0"/>
      <dgm:spPr/>
      <dgm:t>
        <a:bodyPr/>
        <a:lstStyle/>
        <a:p>
          <a:r>
            <a:rPr lang="en-US"/>
            <a:t>2</a:t>
          </a:r>
        </a:p>
      </dgm:t>
    </dgm:pt>
    <dgm:pt modelId="{B6E88928-6A1E-47EA-A593-378320436577}">
      <dgm:prSet/>
      <dgm:spPr/>
      <dgm:t>
        <a:bodyPr/>
        <a:lstStyle/>
        <a:p>
          <a:r>
            <a:rPr lang="es-US"/>
            <a:t>Se corrigieron y mejoraron decisiones iniciales, fortaleciendo la arquitectura final.</a:t>
          </a:r>
          <a:endParaRPr lang="en-US"/>
        </a:p>
      </dgm:t>
    </dgm:pt>
    <dgm:pt modelId="{E67B2C50-8932-4652-931C-FB48AA511211}" type="parTrans" cxnId="{EFC3D991-B989-4175-A068-18DEA73A2756}">
      <dgm:prSet/>
      <dgm:spPr/>
      <dgm:t>
        <a:bodyPr/>
        <a:lstStyle/>
        <a:p>
          <a:endParaRPr lang="en-US"/>
        </a:p>
      </dgm:t>
    </dgm:pt>
    <dgm:pt modelId="{266E3F95-1FD0-4592-9973-CCF438A664B0}" type="sibTrans" cxnId="{EFC3D991-B989-4175-A068-18DEA73A2756}">
      <dgm:prSet phldrT="3" phldr="0"/>
      <dgm:spPr/>
      <dgm:t>
        <a:bodyPr/>
        <a:lstStyle/>
        <a:p>
          <a:r>
            <a:rPr lang="en-US"/>
            <a:t>3</a:t>
          </a:r>
        </a:p>
      </dgm:t>
    </dgm:pt>
    <dgm:pt modelId="{3F491B58-EF74-4209-8BA3-14B757DD1FD6}">
      <dgm:prSet/>
      <dgm:spPr/>
      <dgm:t>
        <a:bodyPr/>
        <a:lstStyle/>
        <a:p>
          <a:r>
            <a:rPr lang="es-US"/>
            <a:t>Se implementó un sistema de filtrado flexible que organiza mensajes automáticamente y permite reglas definidas por el usuario.</a:t>
          </a:r>
          <a:endParaRPr lang="en-US"/>
        </a:p>
      </dgm:t>
    </dgm:pt>
    <dgm:pt modelId="{F0FEAE75-1AB7-4B65-ABA4-AF8AA6AFCC65}" type="parTrans" cxnId="{E3B64DE5-2FAE-4533-B243-C1A2297ACD50}">
      <dgm:prSet/>
      <dgm:spPr/>
      <dgm:t>
        <a:bodyPr/>
        <a:lstStyle/>
        <a:p>
          <a:endParaRPr lang="en-US"/>
        </a:p>
      </dgm:t>
    </dgm:pt>
    <dgm:pt modelId="{F17ED27D-8430-43CB-92D5-062E93B1D568}" type="sibTrans" cxnId="{E3B64DE5-2FAE-4533-B243-C1A2297ACD50}">
      <dgm:prSet phldrT="4" phldr="0"/>
      <dgm:spPr/>
      <dgm:t>
        <a:bodyPr/>
        <a:lstStyle/>
        <a:p>
          <a:r>
            <a:rPr lang="en-US"/>
            <a:t>4</a:t>
          </a:r>
        </a:p>
      </dgm:t>
    </dgm:pt>
    <dgm:pt modelId="{7A579DBA-D68A-4B8B-8ACE-2303C9D92AB0}">
      <dgm:prSet/>
      <dgm:spPr/>
      <dgm:t>
        <a:bodyPr/>
        <a:lstStyle/>
        <a:p>
          <a:r>
            <a:rPr lang="es-US"/>
            <a:t>La interfaz de usuario integra correctamente todas las funcionalidades desarrolladas.</a:t>
          </a:r>
          <a:endParaRPr lang="en-US"/>
        </a:p>
      </dgm:t>
    </dgm:pt>
    <dgm:pt modelId="{3F9EE7E8-3174-4375-B340-B2698BA7560A}" type="parTrans" cxnId="{CD46A7EF-AE8C-4DFB-A63E-718195491FA8}">
      <dgm:prSet/>
      <dgm:spPr/>
      <dgm:t>
        <a:bodyPr/>
        <a:lstStyle/>
        <a:p>
          <a:endParaRPr lang="en-US"/>
        </a:p>
      </dgm:t>
    </dgm:pt>
    <dgm:pt modelId="{B21EBACE-4EB9-4914-A259-CE01D9094295}" type="sibTrans" cxnId="{CD46A7EF-AE8C-4DFB-A63E-718195491FA8}">
      <dgm:prSet phldrT="5" phldr="0"/>
      <dgm:spPr/>
      <dgm:t>
        <a:bodyPr/>
        <a:lstStyle/>
        <a:p>
          <a:r>
            <a:rPr lang="en-US"/>
            <a:t>5</a:t>
          </a:r>
        </a:p>
      </dgm:t>
    </dgm:pt>
    <dgm:pt modelId="{781C218E-23B7-4BE4-A77F-2726975B963C}">
      <dgm:prSet/>
      <dgm:spPr/>
      <dgm:t>
        <a:bodyPr/>
        <a:lstStyle/>
        <a:p>
          <a:r>
            <a:rPr lang="es-US"/>
            <a:t>Se creó un grafo dirigido para simular el enrutamiento entre servidores utilizando BFS.</a:t>
          </a:r>
          <a:endParaRPr lang="en-US"/>
        </a:p>
      </dgm:t>
    </dgm:pt>
    <dgm:pt modelId="{0DC1CFA2-1B19-4A0D-A09C-A6D1DDD10CFB}" type="parTrans" cxnId="{198A6B05-7CE5-4481-833F-1BB6AC4C46A1}">
      <dgm:prSet/>
      <dgm:spPr/>
      <dgm:t>
        <a:bodyPr/>
        <a:lstStyle/>
        <a:p>
          <a:endParaRPr lang="en-US"/>
        </a:p>
      </dgm:t>
    </dgm:pt>
    <dgm:pt modelId="{2F22A192-3553-4209-9934-8A542E4953C7}" type="sibTrans" cxnId="{198A6B05-7CE5-4481-833F-1BB6AC4C46A1}">
      <dgm:prSet phldrT="6" phldr="0"/>
      <dgm:spPr/>
      <dgm:t>
        <a:bodyPr/>
        <a:lstStyle/>
        <a:p>
          <a:r>
            <a:rPr lang="en-US"/>
            <a:t>6</a:t>
          </a:r>
        </a:p>
      </dgm:t>
    </dgm:pt>
    <dgm:pt modelId="{A2BBBA05-E083-407E-BFF0-E50514B0B0D8}">
      <dgm:prSet/>
      <dgm:spPr/>
      <dgm:t>
        <a:bodyPr/>
        <a:lstStyle/>
        <a:p>
          <a:r>
            <a:rPr lang="es-US"/>
            <a:t>Se resolvieron problemas importantes relacionados con el manejo de tuplas dentro del heap, garantizando el funcionamiento adecuado de la cola de prioridades.</a:t>
          </a:r>
          <a:endParaRPr lang="en-US"/>
        </a:p>
      </dgm:t>
    </dgm:pt>
    <dgm:pt modelId="{062AC907-59A8-4114-86FF-6C94FC2075AE}" type="parTrans" cxnId="{8C09EE0A-A128-47A4-9FD5-BE7C08930EED}">
      <dgm:prSet/>
      <dgm:spPr/>
      <dgm:t>
        <a:bodyPr/>
        <a:lstStyle/>
        <a:p>
          <a:endParaRPr lang="en-US"/>
        </a:p>
      </dgm:t>
    </dgm:pt>
    <dgm:pt modelId="{87F21E74-4C24-45FF-9852-66E182E89E28}" type="sibTrans" cxnId="{8C09EE0A-A128-47A4-9FD5-BE7C08930EED}">
      <dgm:prSet phldrT="7" phldr="0"/>
      <dgm:spPr/>
      <dgm:t>
        <a:bodyPr/>
        <a:lstStyle/>
        <a:p>
          <a:r>
            <a:rPr lang="en-US"/>
            <a:t>7</a:t>
          </a:r>
        </a:p>
      </dgm:t>
    </dgm:pt>
    <dgm:pt modelId="{3B02ABE5-0A95-8243-9E62-37A9AAF9CCDB}" type="pres">
      <dgm:prSet presAssocID="{B67A5FCA-5FD9-4512-A2E5-550F6033B9E3}" presName="linearFlow" presStyleCnt="0">
        <dgm:presLayoutVars>
          <dgm:dir/>
          <dgm:animLvl val="lvl"/>
          <dgm:resizeHandles val="exact"/>
        </dgm:presLayoutVars>
      </dgm:prSet>
      <dgm:spPr/>
    </dgm:pt>
    <dgm:pt modelId="{3867CA18-394D-9241-AAE4-4B78C861B21E}" type="pres">
      <dgm:prSet presAssocID="{C834B926-D7BB-4DB6-BA8F-316607880F74}" presName="compositeNode" presStyleCnt="0"/>
      <dgm:spPr/>
    </dgm:pt>
    <dgm:pt modelId="{F304FE6A-41DC-374F-8710-98D0F163AA38}" type="pres">
      <dgm:prSet presAssocID="{C834B926-D7BB-4DB6-BA8F-316607880F74}" presName="parTx" presStyleLbl="node1" presStyleIdx="0" presStyleCnt="0">
        <dgm:presLayoutVars>
          <dgm:chMax val="0"/>
          <dgm:chPref val="0"/>
          <dgm:bulletEnabled val="1"/>
        </dgm:presLayoutVars>
      </dgm:prSet>
      <dgm:spPr/>
    </dgm:pt>
    <dgm:pt modelId="{FB4C2D08-FC9F-104C-B79F-85C2679AA97D}" type="pres">
      <dgm:prSet presAssocID="{C834B926-D7BB-4DB6-BA8F-316607880F74}" presName="parSh" presStyleCnt="0"/>
      <dgm:spPr/>
    </dgm:pt>
    <dgm:pt modelId="{131140F0-24E5-D346-AB54-F1753621CFFB}" type="pres">
      <dgm:prSet presAssocID="{C834B926-D7BB-4DB6-BA8F-316607880F74}" presName="lineNode" presStyleLbl="alignAccFollowNode1" presStyleIdx="0" presStyleCnt="21"/>
      <dgm:spPr/>
    </dgm:pt>
    <dgm:pt modelId="{2F49927B-1349-354C-946F-94AD3FEA921C}" type="pres">
      <dgm:prSet presAssocID="{C834B926-D7BB-4DB6-BA8F-316607880F74}" presName="lineArrowNode" presStyleLbl="alignAccFollowNode1" presStyleIdx="1" presStyleCnt="21"/>
      <dgm:spPr/>
    </dgm:pt>
    <dgm:pt modelId="{DCED7C09-8BD3-6D45-925B-A3E3ADC9E085}" type="pres">
      <dgm:prSet presAssocID="{8F6357C6-17F9-476A-AC49-F3F332C80CD6}" presName="sibTransNodeCircle" presStyleLbl="alignNode1" presStyleIdx="0" presStyleCnt="7">
        <dgm:presLayoutVars>
          <dgm:chMax val="0"/>
          <dgm:bulletEnabled/>
        </dgm:presLayoutVars>
      </dgm:prSet>
      <dgm:spPr/>
    </dgm:pt>
    <dgm:pt modelId="{539C4548-C847-2140-A961-30D931E61593}" type="pres">
      <dgm:prSet presAssocID="{8F6357C6-17F9-476A-AC49-F3F332C80CD6}" presName="spacerBetweenCircleAndCallout" presStyleCnt="0">
        <dgm:presLayoutVars/>
      </dgm:prSet>
      <dgm:spPr/>
    </dgm:pt>
    <dgm:pt modelId="{0D3D9E12-FB2C-5C46-8F64-DAC43EA15054}" type="pres">
      <dgm:prSet presAssocID="{C834B926-D7BB-4DB6-BA8F-316607880F74}" presName="nodeText" presStyleLbl="alignAccFollowNode1" presStyleIdx="2" presStyleCnt="21">
        <dgm:presLayoutVars>
          <dgm:bulletEnabled val="1"/>
        </dgm:presLayoutVars>
      </dgm:prSet>
      <dgm:spPr/>
    </dgm:pt>
    <dgm:pt modelId="{3B7FF331-6293-4544-800A-D01115332E50}" type="pres">
      <dgm:prSet presAssocID="{8F6357C6-17F9-476A-AC49-F3F332C80CD6}" presName="sibTransComposite" presStyleCnt="0"/>
      <dgm:spPr/>
    </dgm:pt>
    <dgm:pt modelId="{ADDDE13B-DB97-B64E-BEBE-F458A3E90BFA}" type="pres">
      <dgm:prSet presAssocID="{A5B0D473-0BBB-4425-96F6-2D1FFCB65AA1}" presName="compositeNode" presStyleCnt="0"/>
      <dgm:spPr/>
    </dgm:pt>
    <dgm:pt modelId="{4D977E25-689A-AB43-A2D1-9E00B922E0C8}" type="pres">
      <dgm:prSet presAssocID="{A5B0D473-0BBB-4425-96F6-2D1FFCB65AA1}" presName="parTx" presStyleLbl="node1" presStyleIdx="0" presStyleCnt="0">
        <dgm:presLayoutVars>
          <dgm:chMax val="0"/>
          <dgm:chPref val="0"/>
          <dgm:bulletEnabled val="1"/>
        </dgm:presLayoutVars>
      </dgm:prSet>
      <dgm:spPr/>
    </dgm:pt>
    <dgm:pt modelId="{C241DD77-3CA7-9C4B-B6E6-8B53707EB0AD}" type="pres">
      <dgm:prSet presAssocID="{A5B0D473-0BBB-4425-96F6-2D1FFCB65AA1}" presName="parSh" presStyleCnt="0"/>
      <dgm:spPr/>
    </dgm:pt>
    <dgm:pt modelId="{EA2B84AB-B6C3-BD44-AF96-1F4AEFB572AD}" type="pres">
      <dgm:prSet presAssocID="{A5B0D473-0BBB-4425-96F6-2D1FFCB65AA1}" presName="lineNode" presStyleLbl="alignAccFollowNode1" presStyleIdx="3" presStyleCnt="21"/>
      <dgm:spPr/>
    </dgm:pt>
    <dgm:pt modelId="{EF33C79D-8BEA-F24C-AB77-6D07CF28EE2F}" type="pres">
      <dgm:prSet presAssocID="{A5B0D473-0BBB-4425-96F6-2D1FFCB65AA1}" presName="lineArrowNode" presStyleLbl="alignAccFollowNode1" presStyleIdx="4" presStyleCnt="21"/>
      <dgm:spPr/>
    </dgm:pt>
    <dgm:pt modelId="{E6577C8A-6492-5649-989F-484467B2B6BE}" type="pres">
      <dgm:prSet presAssocID="{8E1AB8F7-A271-4EDB-B79D-4040BC7BEF5A}" presName="sibTransNodeCircle" presStyleLbl="alignNode1" presStyleIdx="1" presStyleCnt="7">
        <dgm:presLayoutVars>
          <dgm:chMax val="0"/>
          <dgm:bulletEnabled/>
        </dgm:presLayoutVars>
      </dgm:prSet>
      <dgm:spPr/>
    </dgm:pt>
    <dgm:pt modelId="{A92F3291-7264-704F-A09E-9B02BE387988}" type="pres">
      <dgm:prSet presAssocID="{8E1AB8F7-A271-4EDB-B79D-4040BC7BEF5A}" presName="spacerBetweenCircleAndCallout" presStyleCnt="0">
        <dgm:presLayoutVars/>
      </dgm:prSet>
      <dgm:spPr/>
    </dgm:pt>
    <dgm:pt modelId="{36447F7A-291F-1249-9FD7-59DA6F360A62}" type="pres">
      <dgm:prSet presAssocID="{A5B0D473-0BBB-4425-96F6-2D1FFCB65AA1}" presName="nodeText" presStyleLbl="alignAccFollowNode1" presStyleIdx="5" presStyleCnt="21">
        <dgm:presLayoutVars>
          <dgm:bulletEnabled val="1"/>
        </dgm:presLayoutVars>
      </dgm:prSet>
      <dgm:spPr/>
    </dgm:pt>
    <dgm:pt modelId="{FFDB4E26-B238-3143-ACFB-36D0F9426566}" type="pres">
      <dgm:prSet presAssocID="{8E1AB8F7-A271-4EDB-B79D-4040BC7BEF5A}" presName="sibTransComposite" presStyleCnt="0"/>
      <dgm:spPr/>
    </dgm:pt>
    <dgm:pt modelId="{7D0B8943-2730-7545-AD07-2DD5B2D787C2}" type="pres">
      <dgm:prSet presAssocID="{B6E88928-6A1E-47EA-A593-378320436577}" presName="compositeNode" presStyleCnt="0"/>
      <dgm:spPr/>
    </dgm:pt>
    <dgm:pt modelId="{52B0FC1D-B183-B944-98A8-1DA9E1C5B110}" type="pres">
      <dgm:prSet presAssocID="{B6E88928-6A1E-47EA-A593-378320436577}" presName="parTx" presStyleLbl="node1" presStyleIdx="0" presStyleCnt="0">
        <dgm:presLayoutVars>
          <dgm:chMax val="0"/>
          <dgm:chPref val="0"/>
          <dgm:bulletEnabled val="1"/>
        </dgm:presLayoutVars>
      </dgm:prSet>
      <dgm:spPr/>
    </dgm:pt>
    <dgm:pt modelId="{1F1540F7-2A91-524A-AF3E-C50FB8815F3C}" type="pres">
      <dgm:prSet presAssocID="{B6E88928-6A1E-47EA-A593-378320436577}" presName="parSh" presStyleCnt="0"/>
      <dgm:spPr/>
    </dgm:pt>
    <dgm:pt modelId="{F4F80683-98DB-B045-B6EB-C48BE750EE45}" type="pres">
      <dgm:prSet presAssocID="{B6E88928-6A1E-47EA-A593-378320436577}" presName="lineNode" presStyleLbl="alignAccFollowNode1" presStyleIdx="6" presStyleCnt="21"/>
      <dgm:spPr/>
    </dgm:pt>
    <dgm:pt modelId="{6385DB0D-0B54-214F-A7C0-B41727B1A3CF}" type="pres">
      <dgm:prSet presAssocID="{B6E88928-6A1E-47EA-A593-378320436577}" presName="lineArrowNode" presStyleLbl="alignAccFollowNode1" presStyleIdx="7" presStyleCnt="21"/>
      <dgm:spPr/>
    </dgm:pt>
    <dgm:pt modelId="{52D5608A-37AC-C24B-9025-131FED3D2A5F}" type="pres">
      <dgm:prSet presAssocID="{266E3F95-1FD0-4592-9973-CCF438A664B0}" presName="sibTransNodeCircle" presStyleLbl="alignNode1" presStyleIdx="2" presStyleCnt="7">
        <dgm:presLayoutVars>
          <dgm:chMax val="0"/>
          <dgm:bulletEnabled/>
        </dgm:presLayoutVars>
      </dgm:prSet>
      <dgm:spPr/>
    </dgm:pt>
    <dgm:pt modelId="{D92D9E60-238D-3C4D-AAAB-566E18273DE1}" type="pres">
      <dgm:prSet presAssocID="{266E3F95-1FD0-4592-9973-CCF438A664B0}" presName="spacerBetweenCircleAndCallout" presStyleCnt="0">
        <dgm:presLayoutVars/>
      </dgm:prSet>
      <dgm:spPr/>
    </dgm:pt>
    <dgm:pt modelId="{5C254595-B1A9-BB41-B5C6-D8749C73C701}" type="pres">
      <dgm:prSet presAssocID="{B6E88928-6A1E-47EA-A593-378320436577}" presName="nodeText" presStyleLbl="alignAccFollowNode1" presStyleIdx="8" presStyleCnt="21">
        <dgm:presLayoutVars>
          <dgm:bulletEnabled val="1"/>
        </dgm:presLayoutVars>
      </dgm:prSet>
      <dgm:spPr/>
    </dgm:pt>
    <dgm:pt modelId="{709C3DF8-795A-1B41-AB42-DAC093B56623}" type="pres">
      <dgm:prSet presAssocID="{266E3F95-1FD0-4592-9973-CCF438A664B0}" presName="sibTransComposite" presStyleCnt="0"/>
      <dgm:spPr/>
    </dgm:pt>
    <dgm:pt modelId="{53BD0100-105C-B64A-89E5-E2D1FA7E1D52}" type="pres">
      <dgm:prSet presAssocID="{3F491B58-EF74-4209-8BA3-14B757DD1FD6}" presName="compositeNode" presStyleCnt="0"/>
      <dgm:spPr/>
    </dgm:pt>
    <dgm:pt modelId="{5D2546F9-3C97-4B4F-AEE2-88257A5E2AE6}" type="pres">
      <dgm:prSet presAssocID="{3F491B58-EF74-4209-8BA3-14B757DD1FD6}" presName="parTx" presStyleLbl="node1" presStyleIdx="0" presStyleCnt="0">
        <dgm:presLayoutVars>
          <dgm:chMax val="0"/>
          <dgm:chPref val="0"/>
          <dgm:bulletEnabled val="1"/>
        </dgm:presLayoutVars>
      </dgm:prSet>
      <dgm:spPr/>
    </dgm:pt>
    <dgm:pt modelId="{EB046092-6561-824C-9360-022D9BA63FB5}" type="pres">
      <dgm:prSet presAssocID="{3F491B58-EF74-4209-8BA3-14B757DD1FD6}" presName="parSh" presStyleCnt="0"/>
      <dgm:spPr/>
    </dgm:pt>
    <dgm:pt modelId="{9AD96A30-ADA9-4540-AA03-090FE665ED7D}" type="pres">
      <dgm:prSet presAssocID="{3F491B58-EF74-4209-8BA3-14B757DD1FD6}" presName="lineNode" presStyleLbl="alignAccFollowNode1" presStyleIdx="9" presStyleCnt="21"/>
      <dgm:spPr/>
    </dgm:pt>
    <dgm:pt modelId="{6408B205-ACEC-E440-9973-DF1AD7171079}" type="pres">
      <dgm:prSet presAssocID="{3F491B58-EF74-4209-8BA3-14B757DD1FD6}" presName="lineArrowNode" presStyleLbl="alignAccFollowNode1" presStyleIdx="10" presStyleCnt="21"/>
      <dgm:spPr/>
    </dgm:pt>
    <dgm:pt modelId="{DF4130F6-FCF7-3242-B4FC-B247B65DBB33}" type="pres">
      <dgm:prSet presAssocID="{F17ED27D-8430-43CB-92D5-062E93B1D568}" presName="sibTransNodeCircle" presStyleLbl="alignNode1" presStyleIdx="3" presStyleCnt="7">
        <dgm:presLayoutVars>
          <dgm:chMax val="0"/>
          <dgm:bulletEnabled/>
        </dgm:presLayoutVars>
      </dgm:prSet>
      <dgm:spPr/>
    </dgm:pt>
    <dgm:pt modelId="{8B69D9CF-825B-7143-9393-3A009890DD7E}" type="pres">
      <dgm:prSet presAssocID="{F17ED27D-8430-43CB-92D5-062E93B1D568}" presName="spacerBetweenCircleAndCallout" presStyleCnt="0">
        <dgm:presLayoutVars/>
      </dgm:prSet>
      <dgm:spPr/>
    </dgm:pt>
    <dgm:pt modelId="{9DFE844D-BCFC-1A41-9925-B579B6A1DCCF}" type="pres">
      <dgm:prSet presAssocID="{3F491B58-EF74-4209-8BA3-14B757DD1FD6}" presName="nodeText" presStyleLbl="alignAccFollowNode1" presStyleIdx="11" presStyleCnt="21">
        <dgm:presLayoutVars>
          <dgm:bulletEnabled val="1"/>
        </dgm:presLayoutVars>
      </dgm:prSet>
      <dgm:spPr/>
    </dgm:pt>
    <dgm:pt modelId="{CC0FC5DB-AE07-1B4C-B1A2-D4BD058D4D54}" type="pres">
      <dgm:prSet presAssocID="{F17ED27D-8430-43CB-92D5-062E93B1D568}" presName="sibTransComposite" presStyleCnt="0"/>
      <dgm:spPr/>
    </dgm:pt>
    <dgm:pt modelId="{E904A46C-7FCC-2E47-ABF4-E19BED7CB686}" type="pres">
      <dgm:prSet presAssocID="{7A579DBA-D68A-4B8B-8ACE-2303C9D92AB0}" presName="compositeNode" presStyleCnt="0"/>
      <dgm:spPr/>
    </dgm:pt>
    <dgm:pt modelId="{25198DFF-D32C-854B-BE3D-AA508FEF733A}" type="pres">
      <dgm:prSet presAssocID="{7A579DBA-D68A-4B8B-8ACE-2303C9D92AB0}" presName="parTx" presStyleLbl="node1" presStyleIdx="0" presStyleCnt="0">
        <dgm:presLayoutVars>
          <dgm:chMax val="0"/>
          <dgm:chPref val="0"/>
          <dgm:bulletEnabled val="1"/>
        </dgm:presLayoutVars>
      </dgm:prSet>
      <dgm:spPr/>
    </dgm:pt>
    <dgm:pt modelId="{52BF8590-27A2-B64B-A569-8717455304E8}" type="pres">
      <dgm:prSet presAssocID="{7A579DBA-D68A-4B8B-8ACE-2303C9D92AB0}" presName="parSh" presStyleCnt="0"/>
      <dgm:spPr/>
    </dgm:pt>
    <dgm:pt modelId="{0B182BDA-015B-B94C-AF53-4F6480EFA591}" type="pres">
      <dgm:prSet presAssocID="{7A579DBA-D68A-4B8B-8ACE-2303C9D92AB0}" presName="lineNode" presStyleLbl="alignAccFollowNode1" presStyleIdx="12" presStyleCnt="21"/>
      <dgm:spPr/>
    </dgm:pt>
    <dgm:pt modelId="{09758581-FA56-8B40-BCCA-C6855A5CFB93}" type="pres">
      <dgm:prSet presAssocID="{7A579DBA-D68A-4B8B-8ACE-2303C9D92AB0}" presName="lineArrowNode" presStyleLbl="alignAccFollowNode1" presStyleIdx="13" presStyleCnt="21"/>
      <dgm:spPr/>
    </dgm:pt>
    <dgm:pt modelId="{94D39A03-A0A3-9A4A-A0B1-B94AE7CED0FC}" type="pres">
      <dgm:prSet presAssocID="{B21EBACE-4EB9-4914-A259-CE01D9094295}" presName="sibTransNodeCircle" presStyleLbl="alignNode1" presStyleIdx="4" presStyleCnt="7">
        <dgm:presLayoutVars>
          <dgm:chMax val="0"/>
          <dgm:bulletEnabled/>
        </dgm:presLayoutVars>
      </dgm:prSet>
      <dgm:spPr/>
    </dgm:pt>
    <dgm:pt modelId="{1B29FD09-7783-E94E-8D7C-854C79221C0B}" type="pres">
      <dgm:prSet presAssocID="{B21EBACE-4EB9-4914-A259-CE01D9094295}" presName="spacerBetweenCircleAndCallout" presStyleCnt="0">
        <dgm:presLayoutVars/>
      </dgm:prSet>
      <dgm:spPr/>
    </dgm:pt>
    <dgm:pt modelId="{2DEEFE58-B3B9-914C-8326-EF84BD63D449}" type="pres">
      <dgm:prSet presAssocID="{7A579DBA-D68A-4B8B-8ACE-2303C9D92AB0}" presName="nodeText" presStyleLbl="alignAccFollowNode1" presStyleIdx="14" presStyleCnt="21">
        <dgm:presLayoutVars>
          <dgm:bulletEnabled val="1"/>
        </dgm:presLayoutVars>
      </dgm:prSet>
      <dgm:spPr/>
    </dgm:pt>
    <dgm:pt modelId="{ED57F7DD-C6FB-2345-9FBA-C69372775D0E}" type="pres">
      <dgm:prSet presAssocID="{B21EBACE-4EB9-4914-A259-CE01D9094295}" presName="sibTransComposite" presStyleCnt="0"/>
      <dgm:spPr/>
    </dgm:pt>
    <dgm:pt modelId="{8146DED9-3099-A84F-BEA0-6F1A2251722E}" type="pres">
      <dgm:prSet presAssocID="{781C218E-23B7-4BE4-A77F-2726975B963C}" presName="compositeNode" presStyleCnt="0"/>
      <dgm:spPr/>
    </dgm:pt>
    <dgm:pt modelId="{697AD3FD-7F82-1E4E-AB68-97A73AE028DC}" type="pres">
      <dgm:prSet presAssocID="{781C218E-23B7-4BE4-A77F-2726975B963C}" presName="parTx" presStyleLbl="node1" presStyleIdx="0" presStyleCnt="0">
        <dgm:presLayoutVars>
          <dgm:chMax val="0"/>
          <dgm:chPref val="0"/>
          <dgm:bulletEnabled val="1"/>
        </dgm:presLayoutVars>
      </dgm:prSet>
      <dgm:spPr/>
    </dgm:pt>
    <dgm:pt modelId="{979944BA-DA99-1447-8B0C-8B0D4C917265}" type="pres">
      <dgm:prSet presAssocID="{781C218E-23B7-4BE4-A77F-2726975B963C}" presName="parSh" presStyleCnt="0"/>
      <dgm:spPr/>
    </dgm:pt>
    <dgm:pt modelId="{5030FE83-F042-5D48-9FF1-7FD562FB065B}" type="pres">
      <dgm:prSet presAssocID="{781C218E-23B7-4BE4-A77F-2726975B963C}" presName="lineNode" presStyleLbl="alignAccFollowNode1" presStyleIdx="15" presStyleCnt="21"/>
      <dgm:spPr/>
    </dgm:pt>
    <dgm:pt modelId="{2D44F20F-8B30-7E48-8CF0-A2145D9C1525}" type="pres">
      <dgm:prSet presAssocID="{781C218E-23B7-4BE4-A77F-2726975B963C}" presName="lineArrowNode" presStyleLbl="alignAccFollowNode1" presStyleIdx="16" presStyleCnt="21"/>
      <dgm:spPr/>
    </dgm:pt>
    <dgm:pt modelId="{C954E596-E81E-9947-853A-0984C83BE309}" type="pres">
      <dgm:prSet presAssocID="{2F22A192-3553-4209-9934-8A542E4953C7}" presName="sibTransNodeCircle" presStyleLbl="alignNode1" presStyleIdx="5" presStyleCnt="7">
        <dgm:presLayoutVars>
          <dgm:chMax val="0"/>
          <dgm:bulletEnabled/>
        </dgm:presLayoutVars>
      </dgm:prSet>
      <dgm:spPr/>
    </dgm:pt>
    <dgm:pt modelId="{56F48A0F-F80B-064B-993F-04B4F41644F4}" type="pres">
      <dgm:prSet presAssocID="{2F22A192-3553-4209-9934-8A542E4953C7}" presName="spacerBetweenCircleAndCallout" presStyleCnt="0">
        <dgm:presLayoutVars/>
      </dgm:prSet>
      <dgm:spPr/>
    </dgm:pt>
    <dgm:pt modelId="{8783E1E8-BB69-2E40-BD66-C88C640C6061}" type="pres">
      <dgm:prSet presAssocID="{781C218E-23B7-4BE4-A77F-2726975B963C}" presName="nodeText" presStyleLbl="alignAccFollowNode1" presStyleIdx="17" presStyleCnt="21">
        <dgm:presLayoutVars>
          <dgm:bulletEnabled val="1"/>
        </dgm:presLayoutVars>
      </dgm:prSet>
      <dgm:spPr/>
    </dgm:pt>
    <dgm:pt modelId="{4CB0E673-5EDD-A642-B304-739B95F3A84A}" type="pres">
      <dgm:prSet presAssocID="{2F22A192-3553-4209-9934-8A542E4953C7}" presName="sibTransComposite" presStyleCnt="0"/>
      <dgm:spPr/>
    </dgm:pt>
    <dgm:pt modelId="{BEA49A23-DB60-2841-AD78-2A740D5512D3}" type="pres">
      <dgm:prSet presAssocID="{A2BBBA05-E083-407E-BFF0-E50514B0B0D8}" presName="compositeNode" presStyleCnt="0"/>
      <dgm:spPr/>
    </dgm:pt>
    <dgm:pt modelId="{E58A4061-3CFD-B744-86C1-3203DF9CC54D}" type="pres">
      <dgm:prSet presAssocID="{A2BBBA05-E083-407E-BFF0-E50514B0B0D8}" presName="parTx" presStyleLbl="node1" presStyleIdx="0" presStyleCnt="0">
        <dgm:presLayoutVars>
          <dgm:chMax val="0"/>
          <dgm:chPref val="0"/>
          <dgm:bulletEnabled val="1"/>
        </dgm:presLayoutVars>
      </dgm:prSet>
      <dgm:spPr/>
    </dgm:pt>
    <dgm:pt modelId="{58508134-D6C3-544C-93CD-86134864DE27}" type="pres">
      <dgm:prSet presAssocID="{A2BBBA05-E083-407E-BFF0-E50514B0B0D8}" presName="parSh" presStyleCnt="0"/>
      <dgm:spPr/>
    </dgm:pt>
    <dgm:pt modelId="{A57A6B14-D5FD-4A45-A0F2-0BAD76FD882E}" type="pres">
      <dgm:prSet presAssocID="{A2BBBA05-E083-407E-BFF0-E50514B0B0D8}" presName="lineNode" presStyleLbl="alignAccFollowNode1" presStyleIdx="18" presStyleCnt="21"/>
      <dgm:spPr/>
    </dgm:pt>
    <dgm:pt modelId="{9F1F7F1D-9BF1-1145-84E4-9FFC97C57313}" type="pres">
      <dgm:prSet presAssocID="{A2BBBA05-E083-407E-BFF0-E50514B0B0D8}" presName="lineArrowNode" presStyleLbl="alignAccFollowNode1" presStyleIdx="19" presStyleCnt="21"/>
      <dgm:spPr/>
    </dgm:pt>
    <dgm:pt modelId="{D1F6BC5F-85B3-994B-866B-D201C6EAA5AC}" type="pres">
      <dgm:prSet presAssocID="{87F21E74-4C24-45FF-9852-66E182E89E28}" presName="sibTransNodeCircle" presStyleLbl="alignNode1" presStyleIdx="6" presStyleCnt="7">
        <dgm:presLayoutVars>
          <dgm:chMax val="0"/>
          <dgm:bulletEnabled/>
        </dgm:presLayoutVars>
      </dgm:prSet>
      <dgm:spPr/>
    </dgm:pt>
    <dgm:pt modelId="{53B8665A-D0BD-0A42-B855-DAB7EAE7127D}" type="pres">
      <dgm:prSet presAssocID="{87F21E74-4C24-45FF-9852-66E182E89E28}" presName="spacerBetweenCircleAndCallout" presStyleCnt="0">
        <dgm:presLayoutVars/>
      </dgm:prSet>
      <dgm:spPr/>
    </dgm:pt>
    <dgm:pt modelId="{A909B3DE-631C-744C-8693-2B587B179C4E}" type="pres">
      <dgm:prSet presAssocID="{A2BBBA05-E083-407E-BFF0-E50514B0B0D8}" presName="nodeText" presStyleLbl="alignAccFollowNode1" presStyleIdx="20" presStyleCnt="21">
        <dgm:presLayoutVars>
          <dgm:bulletEnabled val="1"/>
        </dgm:presLayoutVars>
      </dgm:prSet>
      <dgm:spPr/>
    </dgm:pt>
  </dgm:ptLst>
  <dgm:cxnLst>
    <dgm:cxn modelId="{198A6B05-7CE5-4481-833F-1BB6AC4C46A1}" srcId="{B67A5FCA-5FD9-4512-A2E5-550F6033B9E3}" destId="{781C218E-23B7-4BE4-A77F-2726975B963C}" srcOrd="5" destOrd="0" parTransId="{0DC1CFA2-1B19-4A0D-A09C-A6D1DDD10CFB}" sibTransId="{2F22A192-3553-4209-9934-8A542E4953C7}"/>
    <dgm:cxn modelId="{3620F708-4B73-2A42-86BC-1D2FE4137CF9}" type="presOf" srcId="{8F6357C6-17F9-476A-AC49-F3F332C80CD6}" destId="{DCED7C09-8BD3-6D45-925B-A3E3ADC9E085}" srcOrd="0" destOrd="0" presId="urn:microsoft.com/office/officeart/2016/7/layout/LinearArrowProcessNumbered"/>
    <dgm:cxn modelId="{8C09EE0A-A128-47A4-9FD5-BE7C08930EED}" srcId="{B67A5FCA-5FD9-4512-A2E5-550F6033B9E3}" destId="{A2BBBA05-E083-407E-BFF0-E50514B0B0D8}" srcOrd="6" destOrd="0" parTransId="{062AC907-59A8-4114-86FF-6C94FC2075AE}" sibTransId="{87F21E74-4C24-45FF-9852-66E182E89E28}"/>
    <dgm:cxn modelId="{8A7E381F-044B-5B46-A4DC-5A961CF9D51F}" type="presOf" srcId="{3F491B58-EF74-4209-8BA3-14B757DD1FD6}" destId="{9DFE844D-BCFC-1A41-9925-B579B6A1DCCF}" srcOrd="0" destOrd="0" presId="urn:microsoft.com/office/officeart/2016/7/layout/LinearArrowProcessNumbered"/>
    <dgm:cxn modelId="{0E6E5824-E0F7-324C-95ED-6282375F716E}" type="presOf" srcId="{266E3F95-1FD0-4592-9973-CCF438A664B0}" destId="{52D5608A-37AC-C24B-9025-131FED3D2A5F}" srcOrd="0" destOrd="0" presId="urn:microsoft.com/office/officeart/2016/7/layout/LinearArrowProcessNumbered"/>
    <dgm:cxn modelId="{44995F28-0DAB-B04C-8A54-2E53BB875D0C}" type="presOf" srcId="{A2BBBA05-E083-407E-BFF0-E50514B0B0D8}" destId="{A909B3DE-631C-744C-8693-2B587B179C4E}" srcOrd="0" destOrd="0" presId="urn:microsoft.com/office/officeart/2016/7/layout/LinearArrowProcessNumbered"/>
    <dgm:cxn modelId="{291AF238-9FBD-1642-AD25-23066E2F1074}" type="presOf" srcId="{781C218E-23B7-4BE4-A77F-2726975B963C}" destId="{8783E1E8-BB69-2E40-BD66-C88C640C6061}" srcOrd="0" destOrd="0" presId="urn:microsoft.com/office/officeart/2016/7/layout/LinearArrowProcessNumbered"/>
    <dgm:cxn modelId="{A967493F-6675-BF41-808E-686B8B92C897}" type="presOf" srcId="{B21EBACE-4EB9-4914-A259-CE01D9094295}" destId="{94D39A03-A0A3-9A4A-A0B1-B94AE7CED0FC}" srcOrd="0" destOrd="0" presId="urn:microsoft.com/office/officeart/2016/7/layout/LinearArrowProcessNumbered"/>
    <dgm:cxn modelId="{58501061-2A53-7B40-BEEB-3C340FED3805}" type="presOf" srcId="{F17ED27D-8430-43CB-92D5-062E93B1D568}" destId="{DF4130F6-FCF7-3242-B4FC-B247B65DBB33}" srcOrd="0" destOrd="0" presId="urn:microsoft.com/office/officeart/2016/7/layout/LinearArrowProcessNumbered"/>
    <dgm:cxn modelId="{D1681B6C-0506-1C48-A9BD-7F1FEFDCC0DB}" type="presOf" srcId="{2F22A192-3553-4209-9934-8A542E4953C7}" destId="{C954E596-E81E-9947-853A-0984C83BE309}" srcOrd="0" destOrd="0" presId="urn:microsoft.com/office/officeart/2016/7/layout/LinearArrowProcessNumbered"/>
    <dgm:cxn modelId="{EFC3D991-B989-4175-A068-18DEA73A2756}" srcId="{B67A5FCA-5FD9-4512-A2E5-550F6033B9E3}" destId="{B6E88928-6A1E-47EA-A593-378320436577}" srcOrd="2" destOrd="0" parTransId="{E67B2C50-8932-4652-931C-FB48AA511211}" sibTransId="{266E3F95-1FD0-4592-9973-CCF438A664B0}"/>
    <dgm:cxn modelId="{7DBB6794-C5A4-49D8-BE01-D4377A0FAB77}" srcId="{B67A5FCA-5FD9-4512-A2E5-550F6033B9E3}" destId="{A5B0D473-0BBB-4425-96F6-2D1FFCB65AA1}" srcOrd="1" destOrd="0" parTransId="{CA5C80EF-9F20-4F0A-8B91-8C2203C5E5F1}" sibTransId="{8E1AB8F7-A271-4EDB-B79D-4040BC7BEF5A}"/>
    <dgm:cxn modelId="{93E756A3-6AD9-8B4C-A37F-816EF1342FFB}" type="presOf" srcId="{B6E88928-6A1E-47EA-A593-378320436577}" destId="{5C254595-B1A9-BB41-B5C6-D8749C73C701}" srcOrd="0" destOrd="0" presId="urn:microsoft.com/office/officeart/2016/7/layout/LinearArrowProcessNumbered"/>
    <dgm:cxn modelId="{49C882B8-7759-2142-A018-44194E2AF8B9}" type="presOf" srcId="{A5B0D473-0BBB-4425-96F6-2D1FFCB65AA1}" destId="{36447F7A-291F-1249-9FD7-59DA6F360A62}" srcOrd="0" destOrd="0" presId="urn:microsoft.com/office/officeart/2016/7/layout/LinearArrowProcessNumbered"/>
    <dgm:cxn modelId="{B44DCCC2-A584-EA49-BFB6-5C45767A1056}" type="presOf" srcId="{C834B926-D7BB-4DB6-BA8F-316607880F74}" destId="{0D3D9E12-FB2C-5C46-8F64-DAC43EA15054}" srcOrd="0" destOrd="0" presId="urn:microsoft.com/office/officeart/2016/7/layout/LinearArrowProcessNumbered"/>
    <dgm:cxn modelId="{92E881C7-C0AE-47FC-A187-F7A5E4EB0B67}" srcId="{B67A5FCA-5FD9-4512-A2E5-550F6033B9E3}" destId="{C834B926-D7BB-4DB6-BA8F-316607880F74}" srcOrd="0" destOrd="0" parTransId="{FD7572C2-BD0E-44BE-9F58-2891B793EF55}" sibTransId="{8F6357C6-17F9-476A-AC49-F3F332C80CD6}"/>
    <dgm:cxn modelId="{D4E576D3-ABB1-9A4B-A80E-1B6D56B1C10D}" type="presOf" srcId="{87F21E74-4C24-45FF-9852-66E182E89E28}" destId="{D1F6BC5F-85B3-994B-866B-D201C6EAA5AC}" srcOrd="0" destOrd="0" presId="urn:microsoft.com/office/officeart/2016/7/layout/LinearArrowProcessNumbered"/>
    <dgm:cxn modelId="{FE95E9E0-D523-7B41-9876-AE7F4CFA4C62}" type="presOf" srcId="{8E1AB8F7-A271-4EDB-B79D-4040BC7BEF5A}" destId="{E6577C8A-6492-5649-989F-484467B2B6BE}" srcOrd="0" destOrd="0" presId="urn:microsoft.com/office/officeart/2016/7/layout/LinearArrowProcessNumbered"/>
    <dgm:cxn modelId="{F35F99E1-0C66-6D4E-AA4C-3E9A0D23DAC6}" type="presOf" srcId="{B67A5FCA-5FD9-4512-A2E5-550F6033B9E3}" destId="{3B02ABE5-0A95-8243-9E62-37A9AAF9CCDB}" srcOrd="0" destOrd="0" presId="urn:microsoft.com/office/officeart/2016/7/layout/LinearArrowProcessNumbered"/>
    <dgm:cxn modelId="{E3B64DE5-2FAE-4533-B243-C1A2297ACD50}" srcId="{B67A5FCA-5FD9-4512-A2E5-550F6033B9E3}" destId="{3F491B58-EF74-4209-8BA3-14B757DD1FD6}" srcOrd="3" destOrd="0" parTransId="{F0FEAE75-1AB7-4B65-ABA4-AF8AA6AFCC65}" sibTransId="{F17ED27D-8430-43CB-92D5-062E93B1D568}"/>
    <dgm:cxn modelId="{CD46A7EF-AE8C-4DFB-A63E-718195491FA8}" srcId="{B67A5FCA-5FD9-4512-A2E5-550F6033B9E3}" destId="{7A579DBA-D68A-4B8B-8ACE-2303C9D92AB0}" srcOrd="4" destOrd="0" parTransId="{3F9EE7E8-3174-4375-B340-B2698BA7560A}" sibTransId="{B21EBACE-4EB9-4914-A259-CE01D9094295}"/>
    <dgm:cxn modelId="{7A115BFC-ABAC-9E42-9DC7-98D8E59D7BDB}" type="presOf" srcId="{7A579DBA-D68A-4B8B-8ACE-2303C9D92AB0}" destId="{2DEEFE58-B3B9-914C-8326-EF84BD63D449}" srcOrd="0" destOrd="0" presId="urn:microsoft.com/office/officeart/2016/7/layout/LinearArrowProcessNumbered"/>
    <dgm:cxn modelId="{BBE36695-8AE1-1246-8481-F029A19AC3DF}" type="presParOf" srcId="{3B02ABE5-0A95-8243-9E62-37A9AAF9CCDB}" destId="{3867CA18-394D-9241-AAE4-4B78C861B21E}" srcOrd="0" destOrd="0" presId="urn:microsoft.com/office/officeart/2016/7/layout/LinearArrowProcessNumbered"/>
    <dgm:cxn modelId="{5B3CA015-75C1-0942-9EBA-F39112BB1FAF}" type="presParOf" srcId="{3867CA18-394D-9241-AAE4-4B78C861B21E}" destId="{F304FE6A-41DC-374F-8710-98D0F163AA38}" srcOrd="0" destOrd="0" presId="urn:microsoft.com/office/officeart/2016/7/layout/LinearArrowProcessNumbered"/>
    <dgm:cxn modelId="{49725B75-042A-ED44-BA36-2BB33B0796C9}" type="presParOf" srcId="{3867CA18-394D-9241-AAE4-4B78C861B21E}" destId="{FB4C2D08-FC9F-104C-B79F-85C2679AA97D}" srcOrd="1" destOrd="0" presId="urn:microsoft.com/office/officeart/2016/7/layout/LinearArrowProcessNumbered"/>
    <dgm:cxn modelId="{A4022FF7-4A4F-0341-94D7-2C0A5B37FF0D}" type="presParOf" srcId="{FB4C2D08-FC9F-104C-B79F-85C2679AA97D}" destId="{131140F0-24E5-D346-AB54-F1753621CFFB}" srcOrd="0" destOrd="0" presId="urn:microsoft.com/office/officeart/2016/7/layout/LinearArrowProcessNumbered"/>
    <dgm:cxn modelId="{19EBCC2A-5E82-0C47-BE4F-95D7E99AB942}" type="presParOf" srcId="{FB4C2D08-FC9F-104C-B79F-85C2679AA97D}" destId="{2F49927B-1349-354C-946F-94AD3FEA921C}" srcOrd="1" destOrd="0" presId="urn:microsoft.com/office/officeart/2016/7/layout/LinearArrowProcessNumbered"/>
    <dgm:cxn modelId="{1575D7DE-1D08-134D-A058-EC158851485C}" type="presParOf" srcId="{FB4C2D08-FC9F-104C-B79F-85C2679AA97D}" destId="{DCED7C09-8BD3-6D45-925B-A3E3ADC9E085}" srcOrd="2" destOrd="0" presId="urn:microsoft.com/office/officeart/2016/7/layout/LinearArrowProcessNumbered"/>
    <dgm:cxn modelId="{E955C8B8-2F91-8846-859E-4028E6057149}" type="presParOf" srcId="{FB4C2D08-FC9F-104C-B79F-85C2679AA97D}" destId="{539C4548-C847-2140-A961-30D931E61593}" srcOrd="3" destOrd="0" presId="urn:microsoft.com/office/officeart/2016/7/layout/LinearArrowProcessNumbered"/>
    <dgm:cxn modelId="{D959ECE8-E621-144F-8376-2D8CBF3F8B5A}" type="presParOf" srcId="{3867CA18-394D-9241-AAE4-4B78C861B21E}" destId="{0D3D9E12-FB2C-5C46-8F64-DAC43EA15054}" srcOrd="2" destOrd="0" presId="urn:microsoft.com/office/officeart/2016/7/layout/LinearArrowProcessNumbered"/>
    <dgm:cxn modelId="{1275939C-F6D0-F641-BCC1-BDFD04F1F83A}" type="presParOf" srcId="{3B02ABE5-0A95-8243-9E62-37A9AAF9CCDB}" destId="{3B7FF331-6293-4544-800A-D01115332E50}" srcOrd="1" destOrd="0" presId="urn:microsoft.com/office/officeart/2016/7/layout/LinearArrowProcessNumbered"/>
    <dgm:cxn modelId="{88845C88-CFD4-9149-B731-7651B9B9F5FB}" type="presParOf" srcId="{3B02ABE5-0A95-8243-9E62-37A9AAF9CCDB}" destId="{ADDDE13B-DB97-B64E-BEBE-F458A3E90BFA}" srcOrd="2" destOrd="0" presId="urn:microsoft.com/office/officeart/2016/7/layout/LinearArrowProcessNumbered"/>
    <dgm:cxn modelId="{A353BBA1-50D7-894B-ABDA-AF803D6EDDB0}" type="presParOf" srcId="{ADDDE13B-DB97-B64E-BEBE-F458A3E90BFA}" destId="{4D977E25-689A-AB43-A2D1-9E00B922E0C8}" srcOrd="0" destOrd="0" presId="urn:microsoft.com/office/officeart/2016/7/layout/LinearArrowProcessNumbered"/>
    <dgm:cxn modelId="{10374FE8-70DE-604D-B9D2-060C10653E07}" type="presParOf" srcId="{ADDDE13B-DB97-B64E-BEBE-F458A3E90BFA}" destId="{C241DD77-3CA7-9C4B-B6E6-8B53707EB0AD}" srcOrd="1" destOrd="0" presId="urn:microsoft.com/office/officeart/2016/7/layout/LinearArrowProcessNumbered"/>
    <dgm:cxn modelId="{434C5E67-0B43-904E-85A4-A7D4ADB77F45}" type="presParOf" srcId="{C241DD77-3CA7-9C4B-B6E6-8B53707EB0AD}" destId="{EA2B84AB-B6C3-BD44-AF96-1F4AEFB572AD}" srcOrd="0" destOrd="0" presId="urn:microsoft.com/office/officeart/2016/7/layout/LinearArrowProcessNumbered"/>
    <dgm:cxn modelId="{156829A3-3AF9-3E4B-9B8D-0D4727199300}" type="presParOf" srcId="{C241DD77-3CA7-9C4B-B6E6-8B53707EB0AD}" destId="{EF33C79D-8BEA-F24C-AB77-6D07CF28EE2F}" srcOrd="1" destOrd="0" presId="urn:microsoft.com/office/officeart/2016/7/layout/LinearArrowProcessNumbered"/>
    <dgm:cxn modelId="{5050AF24-FC00-2847-A00C-C916AB6DE96B}" type="presParOf" srcId="{C241DD77-3CA7-9C4B-B6E6-8B53707EB0AD}" destId="{E6577C8A-6492-5649-989F-484467B2B6BE}" srcOrd="2" destOrd="0" presId="urn:microsoft.com/office/officeart/2016/7/layout/LinearArrowProcessNumbered"/>
    <dgm:cxn modelId="{B11CC37C-EDFC-0D40-B516-3E5856F45818}" type="presParOf" srcId="{C241DD77-3CA7-9C4B-B6E6-8B53707EB0AD}" destId="{A92F3291-7264-704F-A09E-9B02BE387988}" srcOrd="3" destOrd="0" presId="urn:microsoft.com/office/officeart/2016/7/layout/LinearArrowProcessNumbered"/>
    <dgm:cxn modelId="{9D7A1DB6-D19D-074F-885B-B31802A0F22C}" type="presParOf" srcId="{ADDDE13B-DB97-B64E-BEBE-F458A3E90BFA}" destId="{36447F7A-291F-1249-9FD7-59DA6F360A62}" srcOrd="2" destOrd="0" presId="urn:microsoft.com/office/officeart/2016/7/layout/LinearArrowProcessNumbered"/>
    <dgm:cxn modelId="{5345F600-9047-7E41-A0EB-6D0076257AB2}" type="presParOf" srcId="{3B02ABE5-0A95-8243-9E62-37A9AAF9CCDB}" destId="{FFDB4E26-B238-3143-ACFB-36D0F9426566}" srcOrd="3" destOrd="0" presId="urn:microsoft.com/office/officeart/2016/7/layout/LinearArrowProcessNumbered"/>
    <dgm:cxn modelId="{742E706A-CE8E-374B-9F06-FD950BDAFC9E}" type="presParOf" srcId="{3B02ABE5-0A95-8243-9E62-37A9AAF9CCDB}" destId="{7D0B8943-2730-7545-AD07-2DD5B2D787C2}" srcOrd="4" destOrd="0" presId="urn:microsoft.com/office/officeart/2016/7/layout/LinearArrowProcessNumbered"/>
    <dgm:cxn modelId="{AE0BC560-5E1A-DC43-8156-5C290CC7959D}" type="presParOf" srcId="{7D0B8943-2730-7545-AD07-2DD5B2D787C2}" destId="{52B0FC1D-B183-B944-98A8-1DA9E1C5B110}" srcOrd="0" destOrd="0" presId="urn:microsoft.com/office/officeart/2016/7/layout/LinearArrowProcessNumbered"/>
    <dgm:cxn modelId="{DE587FAA-288B-A543-97EC-50F55E49ABB8}" type="presParOf" srcId="{7D0B8943-2730-7545-AD07-2DD5B2D787C2}" destId="{1F1540F7-2A91-524A-AF3E-C50FB8815F3C}" srcOrd="1" destOrd="0" presId="urn:microsoft.com/office/officeart/2016/7/layout/LinearArrowProcessNumbered"/>
    <dgm:cxn modelId="{9A72D056-113B-2A47-B57A-BF21A78AEB18}" type="presParOf" srcId="{1F1540F7-2A91-524A-AF3E-C50FB8815F3C}" destId="{F4F80683-98DB-B045-B6EB-C48BE750EE45}" srcOrd="0" destOrd="0" presId="urn:microsoft.com/office/officeart/2016/7/layout/LinearArrowProcessNumbered"/>
    <dgm:cxn modelId="{6363743C-7795-2C44-8F07-CA9A48B8E4B5}" type="presParOf" srcId="{1F1540F7-2A91-524A-AF3E-C50FB8815F3C}" destId="{6385DB0D-0B54-214F-A7C0-B41727B1A3CF}" srcOrd="1" destOrd="0" presId="urn:microsoft.com/office/officeart/2016/7/layout/LinearArrowProcessNumbered"/>
    <dgm:cxn modelId="{B447C635-4C4B-C34B-8F84-377D96355AE8}" type="presParOf" srcId="{1F1540F7-2A91-524A-AF3E-C50FB8815F3C}" destId="{52D5608A-37AC-C24B-9025-131FED3D2A5F}" srcOrd="2" destOrd="0" presId="urn:microsoft.com/office/officeart/2016/7/layout/LinearArrowProcessNumbered"/>
    <dgm:cxn modelId="{22670625-C18E-9641-889B-EC3CFA8BA60E}" type="presParOf" srcId="{1F1540F7-2A91-524A-AF3E-C50FB8815F3C}" destId="{D92D9E60-238D-3C4D-AAAB-566E18273DE1}" srcOrd="3" destOrd="0" presId="urn:microsoft.com/office/officeart/2016/7/layout/LinearArrowProcessNumbered"/>
    <dgm:cxn modelId="{74F3CFBF-F775-6E44-9C2A-547DD5B442DC}" type="presParOf" srcId="{7D0B8943-2730-7545-AD07-2DD5B2D787C2}" destId="{5C254595-B1A9-BB41-B5C6-D8749C73C701}" srcOrd="2" destOrd="0" presId="urn:microsoft.com/office/officeart/2016/7/layout/LinearArrowProcessNumbered"/>
    <dgm:cxn modelId="{286B5020-646C-7144-9B45-9F4022280BC5}" type="presParOf" srcId="{3B02ABE5-0A95-8243-9E62-37A9AAF9CCDB}" destId="{709C3DF8-795A-1B41-AB42-DAC093B56623}" srcOrd="5" destOrd="0" presId="urn:microsoft.com/office/officeart/2016/7/layout/LinearArrowProcessNumbered"/>
    <dgm:cxn modelId="{B110CCDB-5AE5-CD4E-8034-E448F6B14489}" type="presParOf" srcId="{3B02ABE5-0A95-8243-9E62-37A9AAF9CCDB}" destId="{53BD0100-105C-B64A-89E5-E2D1FA7E1D52}" srcOrd="6" destOrd="0" presId="urn:microsoft.com/office/officeart/2016/7/layout/LinearArrowProcessNumbered"/>
    <dgm:cxn modelId="{04A497A4-2450-A045-8A15-6A3B252C49B1}" type="presParOf" srcId="{53BD0100-105C-B64A-89E5-E2D1FA7E1D52}" destId="{5D2546F9-3C97-4B4F-AEE2-88257A5E2AE6}" srcOrd="0" destOrd="0" presId="urn:microsoft.com/office/officeart/2016/7/layout/LinearArrowProcessNumbered"/>
    <dgm:cxn modelId="{26F563BD-E055-1547-8D44-1B1A6CA509CB}" type="presParOf" srcId="{53BD0100-105C-B64A-89E5-E2D1FA7E1D52}" destId="{EB046092-6561-824C-9360-022D9BA63FB5}" srcOrd="1" destOrd="0" presId="urn:microsoft.com/office/officeart/2016/7/layout/LinearArrowProcessNumbered"/>
    <dgm:cxn modelId="{F1B76B7F-E15F-F048-97CF-39712D83F750}" type="presParOf" srcId="{EB046092-6561-824C-9360-022D9BA63FB5}" destId="{9AD96A30-ADA9-4540-AA03-090FE665ED7D}" srcOrd="0" destOrd="0" presId="urn:microsoft.com/office/officeart/2016/7/layout/LinearArrowProcessNumbered"/>
    <dgm:cxn modelId="{1A0D4745-F838-3746-A1AE-FDE8366C61F0}" type="presParOf" srcId="{EB046092-6561-824C-9360-022D9BA63FB5}" destId="{6408B205-ACEC-E440-9973-DF1AD7171079}" srcOrd="1" destOrd="0" presId="urn:microsoft.com/office/officeart/2016/7/layout/LinearArrowProcessNumbered"/>
    <dgm:cxn modelId="{C9A9C5FB-E9F6-FA4A-BA15-F32CCF65D496}" type="presParOf" srcId="{EB046092-6561-824C-9360-022D9BA63FB5}" destId="{DF4130F6-FCF7-3242-B4FC-B247B65DBB33}" srcOrd="2" destOrd="0" presId="urn:microsoft.com/office/officeart/2016/7/layout/LinearArrowProcessNumbered"/>
    <dgm:cxn modelId="{B0279C5E-54E9-724F-898C-653A5BBC06D6}" type="presParOf" srcId="{EB046092-6561-824C-9360-022D9BA63FB5}" destId="{8B69D9CF-825B-7143-9393-3A009890DD7E}" srcOrd="3" destOrd="0" presId="urn:microsoft.com/office/officeart/2016/7/layout/LinearArrowProcessNumbered"/>
    <dgm:cxn modelId="{3ABFB7FC-3F81-534F-8E54-57ADADD63EAD}" type="presParOf" srcId="{53BD0100-105C-B64A-89E5-E2D1FA7E1D52}" destId="{9DFE844D-BCFC-1A41-9925-B579B6A1DCCF}" srcOrd="2" destOrd="0" presId="urn:microsoft.com/office/officeart/2016/7/layout/LinearArrowProcessNumbered"/>
    <dgm:cxn modelId="{8111EBF5-7293-FF49-BA81-149C723DD42C}" type="presParOf" srcId="{3B02ABE5-0A95-8243-9E62-37A9AAF9CCDB}" destId="{CC0FC5DB-AE07-1B4C-B1A2-D4BD058D4D54}" srcOrd="7" destOrd="0" presId="urn:microsoft.com/office/officeart/2016/7/layout/LinearArrowProcessNumbered"/>
    <dgm:cxn modelId="{1F5E5BA0-46E5-394A-8B96-47289755F9A4}" type="presParOf" srcId="{3B02ABE5-0A95-8243-9E62-37A9AAF9CCDB}" destId="{E904A46C-7FCC-2E47-ABF4-E19BED7CB686}" srcOrd="8" destOrd="0" presId="urn:microsoft.com/office/officeart/2016/7/layout/LinearArrowProcessNumbered"/>
    <dgm:cxn modelId="{EE1812E2-B6BB-3347-BBE6-0A6CC2598240}" type="presParOf" srcId="{E904A46C-7FCC-2E47-ABF4-E19BED7CB686}" destId="{25198DFF-D32C-854B-BE3D-AA508FEF733A}" srcOrd="0" destOrd="0" presId="urn:microsoft.com/office/officeart/2016/7/layout/LinearArrowProcessNumbered"/>
    <dgm:cxn modelId="{0C65D430-5F85-BF4A-ABDB-2CF3AA96FE4F}" type="presParOf" srcId="{E904A46C-7FCC-2E47-ABF4-E19BED7CB686}" destId="{52BF8590-27A2-B64B-A569-8717455304E8}" srcOrd="1" destOrd="0" presId="urn:microsoft.com/office/officeart/2016/7/layout/LinearArrowProcessNumbered"/>
    <dgm:cxn modelId="{9D553EB2-D392-5F46-9661-6922234B1A35}" type="presParOf" srcId="{52BF8590-27A2-B64B-A569-8717455304E8}" destId="{0B182BDA-015B-B94C-AF53-4F6480EFA591}" srcOrd="0" destOrd="0" presId="urn:microsoft.com/office/officeart/2016/7/layout/LinearArrowProcessNumbered"/>
    <dgm:cxn modelId="{11AB14C5-5637-DA49-A33D-02EACA5C67F1}" type="presParOf" srcId="{52BF8590-27A2-B64B-A569-8717455304E8}" destId="{09758581-FA56-8B40-BCCA-C6855A5CFB93}" srcOrd="1" destOrd="0" presId="urn:microsoft.com/office/officeart/2016/7/layout/LinearArrowProcessNumbered"/>
    <dgm:cxn modelId="{05D3033D-E962-984F-AED9-8DFFA2C22053}" type="presParOf" srcId="{52BF8590-27A2-B64B-A569-8717455304E8}" destId="{94D39A03-A0A3-9A4A-A0B1-B94AE7CED0FC}" srcOrd="2" destOrd="0" presId="urn:microsoft.com/office/officeart/2016/7/layout/LinearArrowProcessNumbered"/>
    <dgm:cxn modelId="{FBED5479-29EE-254A-B26A-E2E5BEFE5205}" type="presParOf" srcId="{52BF8590-27A2-B64B-A569-8717455304E8}" destId="{1B29FD09-7783-E94E-8D7C-854C79221C0B}" srcOrd="3" destOrd="0" presId="urn:microsoft.com/office/officeart/2016/7/layout/LinearArrowProcessNumbered"/>
    <dgm:cxn modelId="{A9B56CA6-2867-7C43-960C-332129CDB97B}" type="presParOf" srcId="{E904A46C-7FCC-2E47-ABF4-E19BED7CB686}" destId="{2DEEFE58-B3B9-914C-8326-EF84BD63D449}" srcOrd="2" destOrd="0" presId="urn:microsoft.com/office/officeart/2016/7/layout/LinearArrowProcessNumbered"/>
    <dgm:cxn modelId="{70E6A43E-0F20-9A40-B75D-8EB4C98F38F1}" type="presParOf" srcId="{3B02ABE5-0A95-8243-9E62-37A9AAF9CCDB}" destId="{ED57F7DD-C6FB-2345-9FBA-C69372775D0E}" srcOrd="9" destOrd="0" presId="urn:microsoft.com/office/officeart/2016/7/layout/LinearArrowProcessNumbered"/>
    <dgm:cxn modelId="{3BDE2C53-5E69-2643-9C32-BF9FE48EFE48}" type="presParOf" srcId="{3B02ABE5-0A95-8243-9E62-37A9AAF9CCDB}" destId="{8146DED9-3099-A84F-BEA0-6F1A2251722E}" srcOrd="10" destOrd="0" presId="urn:microsoft.com/office/officeart/2016/7/layout/LinearArrowProcessNumbered"/>
    <dgm:cxn modelId="{BF52BB8E-0320-4341-BAE2-875F2E8A05A3}" type="presParOf" srcId="{8146DED9-3099-A84F-BEA0-6F1A2251722E}" destId="{697AD3FD-7F82-1E4E-AB68-97A73AE028DC}" srcOrd="0" destOrd="0" presId="urn:microsoft.com/office/officeart/2016/7/layout/LinearArrowProcessNumbered"/>
    <dgm:cxn modelId="{FDCC8ADA-3D1B-7A49-9A33-79335B66254F}" type="presParOf" srcId="{8146DED9-3099-A84F-BEA0-6F1A2251722E}" destId="{979944BA-DA99-1447-8B0C-8B0D4C917265}" srcOrd="1" destOrd="0" presId="urn:microsoft.com/office/officeart/2016/7/layout/LinearArrowProcessNumbered"/>
    <dgm:cxn modelId="{361EF26E-3598-3142-9D91-0BADEE55E333}" type="presParOf" srcId="{979944BA-DA99-1447-8B0C-8B0D4C917265}" destId="{5030FE83-F042-5D48-9FF1-7FD562FB065B}" srcOrd="0" destOrd="0" presId="urn:microsoft.com/office/officeart/2016/7/layout/LinearArrowProcessNumbered"/>
    <dgm:cxn modelId="{E182F82F-A301-2C43-9169-44BAC181A803}" type="presParOf" srcId="{979944BA-DA99-1447-8B0C-8B0D4C917265}" destId="{2D44F20F-8B30-7E48-8CF0-A2145D9C1525}" srcOrd="1" destOrd="0" presId="urn:microsoft.com/office/officeart/2016/7/layout/LinearArrowProcessNumbered"/>
    <dgm:cxn modelId="{D1DD5619-7241-094A-ADDB-E0B762E81E82}" type="presParOf" srcId="{979944BA-DA99-1447-8B0C-8B0D4C917265}" destId="{C954E596-E81E-9947-853A-0984C83BE309}" srcOrd="2" destOrd="0" presId="urn:microsoft.com/office/officeart/2016/7/layout/LinearArrowProcessNumbered"/>
    <dgm:cxn modelId="{BCCF3F14-21D7-EC43-91F7-FDE7D2232C3B}" type="presParOf" srcId="{979944BA-DA99-1447-8B0C-8B0D4C917265}" destId="{56F48A0F-F80B-064B-993F-04B4F41644F4}" srcOrd="3" destOrd="0" presId="urn:microsoft.com/office/officeart/2016/7/layout/LinearArrowProcessNumbered"/>
    <dgm:cxn modelId="{1F91E895-87CC-5C4C-BBA5-FFBC146F8B32}" type="presParOf" srcId="{8146DED9-3099-A84F-BEA0-6F1A2251722E}" destId="{8783E1E8-BB69-2E40-BD66-C88C640C6061}" srcOrd="2" destOrd="0" presId="urn:microsoft.com/office/officeart/2016/7/layout/LinearArrowProcessNumbered"/>
    <dgm:cxn modelId="{1F89ABBD-84DE-034E-A9B1-0C0CDCEC465F}" type="presParOf" srcId="{3B02ABE5-0A95-8243-9E62-37A9AAF9CCDB}" destId="{4CB0E673-5EDD-A642-B304-739B95F3A84A}" srcOrd="11" destOrd="0" presId="urn:microsoft.com/office/officeart/2016/7/layout/LinearArrowProcessNumbered"/>
    <dgm:cxn modelId="{DE448D66-CA44-F645-88E6-CDC108E7531D}" type="presParOf" srcId="{3B02ABE5-0A95-8243-9E62-37A9AAF9CCDB}" destId="{BEA49A23-DB60-2841-AD78-2A740D5512D3}" srcOrd="12" destOrd="0" presId="urn:microsoft.com/office/officeart/2016/7/layout/LinearArrowProcessNumbered"/>
    <dgm:cxn modelId="{CAF4E2C7-3EC3-DE49-9F42-53FAF1BFD0D9}" type="presParOf" srcId="{BEA49A23-DB60-2841-AD78-2A740D5512D3}" destId="{E58A4061-3CFD-B744-86C1-3203DF9CC54D}" srcOrd="0" destOrd="0" presId="urn:microsoft.com/office/officeart/2016/7/layout/LinearArrowProcessNumbered"/>
    <dgm:cxn modelId="{7A480FCD-55CC-D947-86AF-88E8CFF5F3B1}" type="presParOf" srcId="{BEA49A23-DB60-2841-AD78-2A740D5512D3}" destId="{58508134-D6C3-544C-93CD-86134864DE27}" srcOrd="1" destOrd="0" presId="urn:microsoft.com/office/officeart/2016/7/layout/LinearArrowProcessNumbered"/>
    <dgm:cxn modelId="{E09ECEE3-2BC9-5240-86B4-09FAAA1749E2}" type="presParOf" srcId="{58508134-D6C3-544C-93CD-86134864DE27}" destId="{A57A6B14-D5FD-4A45-A0F2-0BAD76FD882E}" srcOrd="0" destOrd="0" presId="urn:microsoft.com/office/officeart/2016/7/layout/LinearArrowProcessNumbered"/>
    <dgm:cxn modelId="{1BA2BF8E-55A3-444B-A588-5438265BABFE}" type="presParOf" srcId="{58508134-D6C3-544C-93CD-86134864DE27}" destId="{9F1F7F1D-9BF1-1145-84E4-9FFC97C57313}" srcOrd="1" destOrd="0" presId="urn:microsoft.com/office/officeart/2016/7/layout/LinearArrowProcessNumbered"/>
    <dgm:cxn modelId="{8EEA9B69-F6B5-9144-9FB6-BDAC2A5B79DC}" type="presParOf" srcId="{58508134-D6C3-544C-93CD-86134864DE27}" destId="{D1F6BC5F-85B3-994B-866B-D201C6EAA5AC}" srcOrd="2" destOrd="0" presId="urn:microsoft.com/office/officeart/2016/7/layout/LinearArrowProcessNumbered"/>
    <dgm:cxn modelId="{31BB67EF-DAB7-8944-9A21-8653FE936423}" type="presParOf" srcId="{58508134-D6C3-544C-93CD-86134864DE27}" destId="{53B8665A-D0BD-0A42-B855-DAB7EAE7127D}" srcOrd="3" destOrd="0" presId="urn:microsoft.com/office/officeart/2016/7/layout/LinearArrowProcessNumbered"/>
    <dgm:cxn modelId="{3708D75D-2F0B-DF45-B881-4A60351F9AFD}" type="presParOf" srcId="{BEA49A23-DB60-2841-AD78-2A740D5512D3}" destId="{A909B3DE-631C-744C-8693-2B587B179C4E}" srcOrd="2" destOrd="0" presId="urn:microsoft.com/office/officeart/2016/7/layout/LinearArrow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5F1FF3-F870-0E44-BC5D-C27D7CFDC5FE}">
      <dsp:nvSpPr>
        <dsp:cNvPr id="0" name=""/>
        <dsp:cNvSpPr/>
      </dsp:nvSpPr>
      <dsp:spPr>
        <a:xfrm>
          <a:off x="4220" y="0"/>
          <a:ext cx="8634920" cy="3859481"/>
        </a:xfrm>
        <a:prstGeom prst="roundRect">
          <a:avLst>
            <a:gd name="adj" fmla="val 10000"/>
          </a:avLst>
        </a:prstGeom>
        <a:solidFill>
          <a:schemeClr val="accent2">
            <a:hueOff val="0"/>
            <a:satOff val="0"/>
            <a:lumOff val="0"/>
            <a:alphaOff val="0"/>
          </a:schemeClr>
        </a:solidFill>
        <a:ln w="2222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s-US" sz="3300" kern="1200"/>
            <a:t>Mediante el uso de la Programación Orientada a Objetos (POO), el sistema se estructura en diversos módulos que colaboran entre sí para simular el funcionamiento completo de un cliente de correo electrónico. Cada clase cumple una responsabilidad clara dentro de la arquitectura, juntos logran  un diseño modular, extensible y fácil de mantener.</a:t>
          </a:r>
          <a:endParaRPr lang="en-US" sz="3300" kern="1200"/>
        </a:p>
      </dsp:txBody>
      <dsp:txXfrm>
        <a:off x="117260" y="113040"/>
        <a:ext cx="8408840" cy="363340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1AD841-8C6B-6A4E-8080-4867BA5ADEBC}">
      <dsp:nvSpPr>
        <dsp:cNvPr id="0" name=""/>
        <dsp:cNvSpPr/>
      </dsp:nvSpPr>
      <dsp:spPr>
        <a:xfrm>
          <a:off x="2902" y="295883"/>
          <a:ext cx="2302370" cy="1381422"/>
        </a:xfrm>
        <a:prstGeom prst="rect">
          <a:avLst/>
        </a:prstGeom>
        <a:gradFill rotWithShape="0">
          <a:gsLst>
            <a:gs pos="0">
              <a:schemeClr val="accent5">
                <a:hueOff val="0"/>
                <a:satOff val="0"/>
                <a:lumOff val="0"/>
                <a:alphaOff val="0"/>
                <a:tint val="94000"/>
                <a:satMod val="105000"/>
                <a:lumMod val="102000"/>
              </a:schemeClr>
            </a:gs>
            <a:gs pos="100000">
              <a:schemeClr val="accent5">
                <a:hueOff val="0"/>
                <a:satOff val="0"/>
                <a:lumOff val="0"/>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s-US" sz="900" kern="1200"/>
            <a:t>Mensaje: Representa la unidad básica del sistema. Almacena los datos esenciales del correo electrónico: remitente, destinatario, asunto, cuerpo y prioridad. Define la estructura del mensaje y garantiza su validez mediante validaciones internas.</a:t>
          </a:r>
          <a:endParaRPr lang="en-US" sz="900" kern="1200"/>
        </a:p>
      </dsp:txBody>
      <dsp:txXfrm>
        <a:off x="2902" y="295883"/>
        <a:ext cx="2302370" cy="1381422"/>
      </dsp:txXfrm>
    </dsp:sp>
    <dsp:sp modelId="{ECB03D70-BAF2-1743-98C7-5F5549B02191}">
      <dsp:nvSpPr>
        <dsp:cNvPr id="0" name=""/>
        <dsp:cNvSpPr/>
      </dsp:nvSpPr>
      <dsp:spPr>
        <a:xfrm>
          <a:off x="2535510" y="295883"/>
          <a:ext cx="2302370" cy="1381422"/>
        </a:xfrm>
        <a:prstGeom prst="rect">
          <a:avLst/>
        </a:prstGeom>
        <a:gradFill rotWithShape="0">
          <a:gsLst>
            <a:gs pos="0">
              <a:schemeClr val="accent5">
                <a:hueOff val="-551426"/>
                <a:satOff val="-2962"/>
                <a:lumOff val="1013"/>
                <a:alphaOff val="0"/>
                <a:tint val="94000"/>
                <a:satMod val="105000"/>
                <a:lumMod val="102000"/>
              </a:schemeClr>
            </a:gs>
            <a:gs pos="100000">
              <a:schemeClr val="accent5">
                <a:hueOff val="-551426"/>
                <a:satOff val="-2962"/>
                <a:lumOff val="1013"/>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s-US" sz="900" kern="1200"/>
            <a:t>Carpeta: Implementa la estructura jerárquica del sistema de carpetas. Permite almacenar mensajes utilizando un heap según su prioridad, crear subcarpetas, buscar mensajes de forma recursiva y moverlos entre carpetas. Es clave para la organización interna del correo.</a:t>
          </a:r>
          <a:endParaRPr lang="en-US" sz="900" kern="1200"/>
        </a:p>
      </dsp:txBody>
      <dsp:txXfrm>
        <a:off x="2535510" y="295883"/>
        <a:ext cx="2302370" cy="1381422"/>
      </dsp:txXfrm>
    </dsp:sp>
    <dsp:sp modelId="{EA5E5970-E6F5-2548-BC88-C2A19CE80EE9}">
      <dsp:nvSpPr>
        <dsp:cNvPr id="0" name=""/>
        <dsp:cNvSpPr/>
      </dsp:nvSpPr>
      <dsp:spPr>
        <a:xfrm>
          <a:off x="5068118" y="295883"/>
          <a:ext cx="2302370" cy="1381422"/>
        </a:xfrm>
        <a:prstGeom prst="rect">
          <a:avLst/>
        </a:prstGeom>
        <a:gradFill rotWithShape="0">
          <a:gsLst>
            <a:gs pos="0">
              <a:schemeClr val="accent5">
                <a:hueOff val="-1102852"/>
                <a:satOff val="-5923"/>
                <a:lumOff val="2026"/>
                <a:alphaOff val="0"/>
                <a:tint val="94000"/>
                <a:satMod val="105000"/>
                <a:lumMod val="102000"/>
              </a:schemeClr>
            </a:gs>
            <a:gs pos="100000">
              <a:schemeClr val="accent5">
                <a:hueOff val="-1102852"/>
                <a:satOff val="-5923"/>
                <a:lumOff val="2026"/>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s-US" sz="900" kern="1200"/>
            <a:t>Usuario:: modela a cada persona registrada dentro del servidor, gestionando los datos personales y manteniendo la estructura de carpetas, incluyendo la bandeja de entrada y la de salida. Además, se encarga de almacenar tanto los mensajes enviados como los recibidos, y de aplicar reglas de filtrado que permiten organizar automáticamente los correos entrantes según criterios definidos por el propio usuario.</a:t>
          </a:r>
          <a:endParaRPr lang="en-US" sz="900" kern="1200"/>
        </a:p>
      </dsp:txBody>
      <dsp:txXfrm>
        <a:off x="5068118" y="295883"/>
        <a:ext cx="2302370" cy="1381422"/>
      </dsp:txXfrm>
    </dsp:sp>
    <dsp:sp modelId="{D6241EE1-368E-104E-A23D-29FD75E2E448}">
      <dsp:nvSpPr>
        <dsp:cNvPr id="0" name=""/>
        <dsp:cNvSpPr/>
      </dsp:nvSpPr>
      <dsp:spPr>
        <a:xfrm>
          <a:off x="7600725" y="295883"/>
          <a:ext cx="2302370" cy="1381422"/>
        </a:xfrm>
        <a:prstGeom prst="rect">
          <a:avLst/>
        </a:prstGeom>
        <a:gradFill rotWithShape="0">
          <a:gsLst>
            <a:gs pos="0">
              <a:schemeClr val="accent5">
                <a:hueOff val="-1654279"/>
                <a:satOff val="-8885"/>
                <a:lumOff val="3039"/>
                <a:alphaOff val="0"/>
                <a:tint val="94000"/>
                <a:satMod val="105000"/>
                <a:lumMod val="102000"/>
              </a:schemeClr>
            </a:gs>
            <a:gs pos="100000">
              <a:schemeClr val="accent5">
                <a:hueOff val="-1654279"/>
                <a:satOff val="-8885"/>
                <a:lumOff val="3039"/>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s-US" sz="900" kern="1200"/>
            <a:t>InterfazBasica: Define la estructura mínima que debe implementar cualquier servidor dentro del sistema. Establece un conjunto de métodos fundamentales como enviar mensajes, registrar usuarios, listar bandejas, crear carpetas o mover correos garantizando que todas las implementaciones sigan una lógica común y mantengan coherencia funcional dentro de la arquitectura.</a:t>
          </a:r>
          <a:endParaRPr lang="en-US" sz="900" kern="1200"/>
        </a:p>
      </dsp:txBody>
      <dsp:txXfrm>
        <a:off x="7600725" y="295883"/>
        <a:ext cx="2302370" cy="1381422"/>
      </dsp:txXfrm>
    </dsp:sp>
    <dsp:sp modelId="{9FD9AA2B-332E-414C-8B03-14402DFB4419}">
      <dsp:nvSpPr>
        <dsp:cNvPr id="0" name=""/>
        <dsp:cNvSpPr/>
      </dsp:nvSpPr>
      <dsp:spPr>
        <a:xfrm>
          <a:off x="1269206" y="1907543"/>
          <a:ext cx="2302370" cy="1381422"/>
        </a:xfrm>
        <a:prstGeom prst="rect">
          <a:avLst/>
        </a:prstGeom>
        <a:gradFill rotWithShape="0">
          <a:gsLst>
            <a:gs pos="0">
              <a:schemeClr val="accent5">
                <a:hueOff val="-2205705"/>
                <a:satOff val="-11847"/>
                <a:lumOff val="4052"/>
                <a:alphaOff val="0"/>
                <a:tint val="94000"/>
                <a:satMod val="105000"/>
                <a:lumMod val="102000"/>
              </a:schemeClr>
            </a:gs>
            <a:gs pos="100000">
              <a:schemeClr val="accent5">
                <a:hueOff val="-2205705"/>
                <a:satOff val="-11847"/>
                <a:lumOff val="4052"/>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s-US" sz="900" kern="1200"/>
            <a:t>Menu: Es el módulo encargado de la interacción por consola entre el usuario y el sistema. Presenta las distintas opciones del programa, como registrarse, enviar mensajes, listar mensajes, crear subcarpetas o mover correos, y captura la entrada del usuario mediante input para delegar cada acción en el servidor correspondiente. Además, funciona como el punto de entrada del sistema.</a:t>
          </a:r>
          <a:endParaRPr lang="en-US" sz="900" kern="1200"/>
        </a:p>
      </dsp:txBody>
      <dsp:txXfrm>
        <a:off x="1269206" y="1907543"/>
        <a:ext cx="2302370" cy="1381422"/>
      </dsp:txXfrm>
    </dsp:sp>
    <dsp:sp modelId="{29B96978-B3F1-7543-B2DA-58909E3077FC}">
      <dsp:nvSpPr>
        <dsp:cNvPr id="0" name=""/>
        <dsp:cNvSpPr/>
      </dsp:nvSpPr>
      <dsp:spPr>
        <a:xfrm>
          <a:off x="3801814" y="1907543"/>
          <a:ext cx="2302370" cy="1381422"/>
        </a:xfrm>
        <a:prstGeom prst="rect">
          <a:avLst/>
        </a:prstGeom>
        <a:gradFill rotWithShape="0">
          <a:gsLst>
            <a:gs pos="0">
              <a:schemeClr val="accent5">
                <a:hueOff val="-2757131"/>
                <a:satOff val="-14808"/>
                <a:lumOff val="5065"/>
                <a:alphaOff val="0"/>
                <a:tint val="94000"/>
                <a:satMod val="105000"/>
                <a:lumMod val="102000"/>
              </a:schemeClr>
            </a:gs>
            <a:gs pos="100000">
              <a:schemeClr val="accent5">
                <a:hueOff val="-2757131"/>
                <a:satOff val="-14808"/>
                <a:lumOff val="5065"/>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s-US" sz="900" kern="1200"/>
            <a:t>RedServidores: Mediante un grafo dirigido representa la infraestructura de comunicación entre dominios.Gestiona los servidores registrados y sus conexiones, y utiliza una búsqueda en anchura (BFS) para determinar la ruta más corta entre dos dominios cuando un mensaje necesita viajar a través de múltiples servidores. Este módulo a su vez simula el enrutamiento real que ocurre en una red distribuida de correo electrónico</a:t>
          </a:r>
          <a:endParaRPr lang="en-US" sz="900" kern="1200"/>
        </a:p>
      </dsp:txBody>
      <dsp:txXfrm>
        <a:off x="3801814" y="1907543"/>
        <a:ext cx="2302370" cy="1381422"/>
      </dsp:txXfrm>
    </dsp:sp>
    <dsp:sp modelId="{658DDD83-3DE4-DF43-A416-7D8218178DED}">
      <dsp:nvSpPr>
        <dsp:cNvPr id="0" name=""/>
        <dsp:cNvSpPr/>
      </dsp:nvSpPr>
      <dsp:spPr>
        <a:xfrm>
          <a:off x="6334422" y="1907543"/>
          <a:ext cx="2302370" cy="1381422"/>
        </a:xfrm>
        <a:prstGeom prst="rect">
          <a:avLst/>
        </a:prstGeom>
        <a:gradFill rotWithShape="0">
          <a:gsLst>
            <a:gs pos="0">
              <a:schemeClr val="accent5">
                <a:hueOff val="-3308557"/>
                <a:satOff val="-17770"/>
                <a:lumOff val="6078"/>
                <a:alphaOff val="0"/>
                <a:tint val="94000"/>
                <a:satMod val="105000"/>
                <a:lumMod val="102000"/>
              </a:schemeClr>
            </a:gs>
            <a:gs pos="100000">
              <a:schemeClr val="accent5">
                <a:hueOff val="-3308557"/>
                <a:satOff val="-17770"/>
                <a:lumOff val="6078"/>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s-US" sz="900" kern="1200"/>
            <a:t>ServidorCorreo: Es el núcleo lógico del sistema,el cual administra a los usuarios registrados y coordina el envío y recepción de mensajes. Además de validar remitentes y destinatarios, almacena los correos enviados y recibidos, gestiona la creación de carpetas y, cuando el destino pertenece a otro dominio, se apoya en la red de servidores para enrutar correctamente el mensaje</a:t>
          </a:r>
          <a:endParaRPr lang="en-US" sz="900" kern="1200"/>
        </a:p>
      </dsp:txBody>
      <dsp:txXfrm>
        <a:off x="6334422" y="1907543"/>
        <a:ext cx="2302370" cy="138142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1140F0-24E5-D346-AB54-F1753621CFFB}">
      <dsp:nvSpPr>
        <dsp:cNvPr id="0" name=""/>
        <dsp:cNvSpPr/>
      </dsp:nvSpPr>
      <dsp:spPr>
        <a:xfrm>
          <a:off x="712992" y="505736"/>
          <a:ext cx="561500" cy="71"/>
        </a:xfrm>
        <a:prstGeom prst="rect">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2F49927B-1349-354C-946F-94AD3FEA921C}">
      <dsp:nvSpPr>
        <dsp:cNvPr id="0" name=""/>
        <dsp:cNvSpPr/>
      </dsp:nvSpPr>
      <dsp:spPr>
        <a:xfrm>
          <a:off x="1308182" y="458560"/>
          <a:ext cx="64572" cy="121384"/>
        </a:xfrm>
        <a:prstGeom prst="chevron">
          <a:avLst>
            <a:gd name="adj" fmla="val 90000"/>
          </a:avLst>
        </a:prstGeom>
        <a:solidFill>
          <a:schemeClr val="accent3">
            <a:tint val="40000"/>
            <a:alpha val="90000"/>
            <a:hueOff val="0"/>
            <a:satOff val="0"/>
            <a:lumOff val="0"/>
            <a:alphaOff val="0"/>
          </a:schemeClr>
        </a:solidFill>
        <a:ln w="9525" cap="flat" cmpd="sng" algn="ctr">
          <a:solidFill>
            <a:schemeClr val="accent3">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DCED7C09-8BD3-6D45-925B-A3E3ADC9E085}">
      <dsp:nvSpPr>
        <dsp:cNvPr id="0" name=""/>
        <dsp:cNvSpPr/>
      </dsp:nvSpPr>
      <dsp:spPr>
        <a:xfrm>
          <a:off x="388374" y="251343"/>
          <a:ext cx="508859" cy="508859"/>
        </a:xfrm>
        <a:prstGeom prst="ellipse">
          <a:avLst/>
        </a:prstGeom>
        <a:gradFill rotWithShape="0">
          <a:gsLst>
            <a:gs pos="0">
              <a:schemeClr val="accent2">
                <a:hueOff val="0"/>
                <a:satOff val="0"/>
                <a:lumOff val="0"/>
                <a:alphaOff val="0"/>
                <a:tint val="94000"/>
                <a:satMod val="105000"/>
                <a:lumMod val="102000"/>
              </a:schemeClr>
            </a:gs>
            <a:gs pos="100000">
              <a:schemeClr val="accent2">
                <a:hueOff val="0"/>
                <a:satOff val="0"/>
                <a:lumOff val="0"/>
                <a:alphaOff val="0"/>
                <a:shade val="74000"/>
                <a:satMod val="128000"/>
                <a:lumMod val="100000"/>
              </a:schemeClr>
            </a:gs>
          </a:gsLst>
          <a:lin ang="5400000" scaled="0"/>
        </a:gradFill>
        <a:ln w="9525" cap="flat" cmpd="sng" algn="ctr">
          <a:solidFill>
            <a:schemeClr val="accent2">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9747" tIns="19747" rIns="19747" bIns="19747" numCol="1" spcCol="1270" anchor="ctr" anchorCtr="0">
          <a:noAutofit/>
        </a:bodyPr>
        <a:lstStyle/>
        <a:p>
          <a:pPr marL="0" lvl="0" indent="0" algn="ctr" defTabSz="1111250">
            <a:lnSpc>
              <a:spcPct val="90000"/>
            </a:lnSpc>
            <a:spcBef>
              <a:spcPct val="0"/>
            </a:spcBef>
            <a:spcAft>
              <a:spcPct val="35000"/>
            </a:spcAft>
            <a:buNone/>
          </a:pPr>
          <a:r>
            <a:rPr lang="en-US" sz="2500" kern="1200"/>
            <a:t>1</a:t>
          </a:r>
        </a:p>
      </dsp:txBody>
      <dsp:txXfrm>
        <a:off x="462895" y="325864"/>
        <a:ext cx="359817" cy="359817"/>
      </dsp:txXfrm>
    </dsp:sp>
    <dsp:sp modelId="{0D3D9E12-FB2C-5C46-8F64-DAC43EA15054}">
      <dsp:nvSpPr>
        <dsp:cNvPr id="0" name=""/>
        <dsp:cNvSpPr/>
      </dsp:nvSpPr>
      <dsp:spPr>
        <a:xfrm>
          <a:off x="11116" y="925790"/>
          <a:ext cx="1263376" cy="1965600"/>
        </a:xfrm>
        <a:prstGeom prst="upArrowCallout">
          <a:avLst>
            <a:gd name="adj1" fmla="val 50000"/>
            <a:gd name="adj2" fmla="val 20000"/>
            <a:gd name="adj3" fmla="val 20000"/>
            <a:gd name="adj4" fmla="val 100000"/>
          </a:avLst>
        </a:prstGeom>
        <a:solidFill>
          <a:schemeClr val="accent4">
            <a:tint val="40000"/>
            <a:alpha val="90000"/>
            <a:hueOff val="0"/>
            <a:satOff val="0"/>
            <a:lumOff val="0"/>
            <a:alphaOff val="0"/>
          </a:schemeClr>
        </a:solidFill>
        <a:ln w="9525" cap="flat" cmpd="sng" algn="ctr">
          <a:solidFill>
            <a:schemeClr val="accent4">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99657" tIns="165100" rIns="99657" bIns="165100" numCol="1" spcCol="1270" anchor="t" anchorCtr="0">
          <a:noAutofit/>
        </a:bodyPr>
        <a:lstStyle/>
        <a:p>
          <a:pPr marL="0" lvl="0" indent="0" algn="l" defTabSz="488950">
            <a:lnSpc>
              <a:spcPct val="90000"/>
            </a:lnSpc>
            <a:spcBef>
              <a:spcPct val="0"/>
            </a:spcBef>
            <a:spcAft>
              <a:spcPct val="35000"/>
            </a:spcAft>
            <a:buNone/>
          </a:pPr>
          <a:r>
            <a:rPr lang="es-US" sz="1100" kern="1200" dirty="0"/>
            <a:t>Se cumplieron las consignas dadas en cuanto a código.</a:t>
          </a:r>
          <a:endParaRPr lang="en-US" sz="1100" kern="1200" dirty="0"/>
        </a:p>
      </dsp:txBody>
      <dsp:txXfrm>
        <a:off x="11116" y="1178465"/>
        <a:ext cx="1263376" cy="1712925"/>
      </dsp:txXfrm>
    </dsp:sp>
    <dsp:sp modelId="{EA2B84AB-B6C3-BD44-AF96-1F4AEFB572AD}">
      <dsp:nvSpPr>
        <dsp:cNvPr id="0" name=""/>
        <dsp:cNvSpPr/>
      </dsp:nvSpPr>
      <dsp:spPr>
        <a:xfrm>
          <a:off x="1414867" y="505727"/>
          <a:ext cx="1263376" cy="71"/>
        </a:xfrm>
        <a:prstGeom prst="rect">
          <a:avLst/>
        </a:prstGeom>
        <a:solidFill>
          <a:schemeClr val="accent5">
            <a:tint val="40000"/>
            <a:alpha val="90000"/>
            <a:hueOff val="0"/>
            <a:satOff val="0"/>
            <a:lumOff val="0"/>
            <a:alphaOff val="0"/>
          </a:schemeClr>
        </a:solidFill>
        <a:ln w="9525" cap="flat" cmpd="sng" algn="ctr">
          <a:solidFill>
            <a:schemeClr val="accent5">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EF33C79D-8BEA-F24C-AB77-6D07CF28EE2F}">
      <dsp:nvSpPr>
        <dsp:cNvPr id="0" name=""/>
        <dsp:cNvSpPr/>
      </dsp:nvSpPr>
      <dsp:spPr>
        <a:xfrm>
          <a:off x="2711933" y="458551"/>
          <a:ext cx="64572" cy="121398"/>
        </a:xfrm>
        <a:prstGeom prst="chevron">
          <a:avLst>
            <a:gd name="adj" fmla="val 90000"/>
          </a:avLst>
        </a:prstGeom>
        <a:solidFill>
          <a:schemeClr val="accent6">
            <a:tint val="40000"/>
            <a:alpha val="90000"/>
            <a:hueOff val="0"/>
            <a:satOff val="0"/>
            <a:lumOff val="0"/>
            <a:alphaOff val="0"/>
          </a:schemeClr>
        </a:solidFill>
        <a:ln w="9525" cap="flat" cmpd="sng" algn="ctr">
          <a:solidFill>
            <a:schemeClr val="accent6">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E6577C8A-6492-5649-989F-484467B2B6BE}">
      <dsp:nvSpPr>
        <dsp:cNvPr id="0" name=""/>
        <dsp:cNvSpPr/>
      </dsp:nvSpPr>
      <dsp:spPr>
        <a:xfrm>
          <a:off x="1792126" y="251333"/>
          <a:ext cx="508859" cy="508859"/>
        </a:xfrm>
        <a:prstGeom prst="ellipse">
          <a:avLst/>
        </a:prstGeom>
        <a:gradFill rotWithShape="0">
          <a:gsLst>
            <a:gs pos="0">
              <a:schemeClr val="accent3">
                <a:hueOff val="0"/>
                <a:satOff val="0"/>
                <a:lumOff val="0"/>
                <a:alphaOff val="0"/>
                <a:tint val="94000"/>
                <a:satMod val="105000"/>
                <a:lumMod val="102000"/>
              </a:schemeClr>
            </a:gs>
            <a:gs pos="100000">
              <a:schemeClr val="accent3">
                <a:hueOff val="0"/>
                <a:satOff val="0"/>
                <a:lumOff val="0"/>
                <a:alphaOff val="0"/>
                <a:shade val="74000"/>
                <a:satMod val="128000"/>
                <a:lumMod val="100000"/>
              </a:schemeClr>
            </a:gs>
          </a:gsLst>
          <a:lin ang="5400000" scaled="0"/>
        </a:gradFill>
        <a:ln w="9525" cap="flat" cmpd="sng" algn="ctr">
          <a:solidFill>
            <a:schemeClr val="accent3">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9747" tIns="19747" rIns="19747" bIns="19747" numCol="1" spcCol="1270" anchor="ctr" anchorCtr="0">
          <a:noAutofit/>
        </a:bodyPr>
        <a:lstStyle/>
        <a:p>
          <a:pPr marL="0" lvl="0" indent="0" algn="ctr" defTabSz="1111250">
            <a:lnSpc>
              <a:spcPct val="90000"/>
            </a:lnSpc>
            <a:spcBef>
              <a:spcPct val="0"/>
            </a:spcBef>
            <a:spcAft>
              <a:spcPct val="35000"/>
            </a:spcAft>
            <a:buNone/>
          </a:pPr>
          <a:r>
            <a:rPr lang="en-US" sz="2500" kern="1200"/>
            <a:t>2</a:t>
          </a:r>
        </a:p>
      </dsp:txBody>
      <dsp:txXfrm>
        <a:off x="1866647" y="325854"/>
        <a:ext cx="359817" cy="359817"/>
      </dsp:txXfrm>
    </dsp:sp>
    <dsp:sp modelId="{36447F7A-291F-1249-9FD7-59DA6F360A62}">
      <dsp:nvSpPr>
        <dsp:cNvPr id="0" name=""/>
        <dsp:cNvSpPr/>
      </dsp:nvSpPr>
      <dsp:spPr>
        <a:xfrm>
          <a:off x="1414867" y="925790"/>
          <a:ext cx="1263376" cy="1965600"/>
        </a:xfrm>
        <a:prstGeom prst="upArrowCallout">
          <a:avLst>
            <a:gd name="adj1" fmla="val 50000"/>
            <a:gd name="adj2" fmla="val 20000"/>
            <a:gd name="adj3" fmla="val 20000"/>
            <a:gd name="adj4" fmla="val 100000"/>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99657" tIns="165100" rIns="99657" bIns="165100" numCol="1" spcCol="1270" anchor="t" anchorCtr="0">
          <a:noAutofit/>
        </a:bodyPr>
        <a:lstStyle/>
        <a:p>
          <a:pPr marL="0" lvl="0" indent="0" algn="l" defTabSz="488950">
            <a:lnSpc>
              <a:spcPct val="90000"/>
            </a:lnSpc>
            <a:spcBef>
              <a:spcPct val="0"/>
            </a:spcBef>
            <a:spcAft>
              <a:spcPct val="35000"/>
            </a:spcAft>
            <a:buNone/>
          </a:pPr>
          <a:r>
            <a:rPr lang="es-US" sz="1100" kern="1200"/>
            <a:t>Se utilizaron estructuras de datos eficientes (heap, listas de adyacencia, recursión), optimizando el rendimiento general del sistema.</a:t>
          </a:r>
          <a:endParaRPr lang="en-US" sz="1100" kern="1200"/>
        </a:p>
      </dsp:txBody>
      <dsp:txXfrm>
        <a:off x="1414867" y="1178465"/>
        <a:ext cx="1263376" cy="1712925"/>
      </dsp:txXfrm>
    </dsp:sp>
    <dsp:sp modelId="{F4F80683-98DB-B045-B6EB-C48BE750EE45}">
      <dsp:nvSpPr>
        <dsp:cNvPr id="0" name=""/>
        <dsp:cNvSpPr/>
      </dsp:nvSpPr>
      <dsp:spPr>
        <a:xfrm>
          <a:off x="2818619" y="505725"/>
          <a:ext cx="1263376" cy="71"/>
        </a:xfrm>
        <a:prstGeom prst="rect">
          <a:avLst/>
        </a:prstGeom>
        <a:solidFill>
          <a:schemeClr val="accent3">
            <a:tint val="40000"/>
            <a:alpha val="90000"/>
            <a:hueOff val="0"/>
            <a:satOff val="0"/>
            <a:lumOff val="0"/>
            <a:alphaOff val="0"/>
          </a:schemeClr>
        </a:solidFill>
        <a:ln w="9525" cap="flat" cmpd="sng" algn="ctr">
          <a:solidFill>
            <a:schemeClr val="accent3">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6385DB0D-0B54-214F-A7C0-B41727B1A3CF}">
      <dsp:nvSpPr>
        <dsp:cNvPr id="0" name=""/>
        <dsp:cNvSpPr/>
      </dsp:nvSpPr>
      <dsp:spPr>
        <a:xfrm>
          <a:off x="4115685" y="458549"/>
          <a:ext cx="64572" cy="121401"/>
        </a:xfrm>
        <a:prstGeom prst="chevron">
          <a:avLst>
            <a:gd name="adj" fmla="val 90000"/>
          </a:avLst>
        </a:prstGeom>
        <a:solidFill>
          <a:schemeClr val="accent4">
            <a:tint val="40000"/>
            <a:alpha val="90000"/>
            <a:hueOff val="0"/>
            <a:satOff val="0"/>
            <a:lumOff val="0"/>
            <a:alphaOff val="0"/>
          </a:schemeClr>
        </a:solidFill>
        <a:ln w="9525" cap="flat" cmpd="sng" algn="ctr">
          <a:solidFill>
            <a:schemeClr val="accent4">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52D5608A-37AC-C24B-9025-131FED3D2A5F}">
      <dsp:nvSpPr>
        <dsp:cNvPr id="0" name=""/>
        <dsp:cNvSpPr/>
      </dsp:nvSpPr>
      <dsp:spPr>
        <a:xfrm>
          <a:off x="3195877" y="251331"/>
          <a:ext cx="508859" cy="508859"/>
        </a:xfrm>
        <a:prstGeom prst="ellipse">
          <a:avLst/>
        </a:prstGeom>
        <a:gradFill rotWithShape="0">
          <a:gsLst>
            <a:gs pos="0">
              <a:schemeClr val="accent4">
                <a:hueOff val="0"/>
                <a:satOff val="0"/>
                <a:lumOff val="0"/>
                <a:alphaOff val="0"/>
                <a:tint val="94000"/>
                <a:satMod val="105000"/>
                <a:lumMod val="102000"/>
              </a:schemeClr>
            </a:gs>
            <a:gs pos="100000">
              <a:schemeClr val="accent4">
                <a:hueOff val="0"/>
                <a:satOff val="0"/>
                <a:lumOff val="0"/>
                <a:alphaOff val="0"/>
                <a:shade val="74000"/>
                <a:satMod val="128000"/>
                <a:lumMod val="100000"/>
              </a:schemeClr>
            </a:gs>
          </a:gsLst>
          <a:lin ang="5400000" scaled="0"/>
        </a:gradFill>
        <a:ln w="9525" cap="flat" cmpd="sng" algn="ctr">
          <a:solidFill>
            <a:schemeClr val="accent4">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9747" tIns="19747" rIns="19747" bIns="19747" numCol="1" spcCol="1270" anchor="ctr" anchorCtr="0">
          <a:noAutofit/>
        </a:bodyPr>
        <a:lstStyle/>
        <a:p>
          <a:pPr marL="0" lvl="0" indent="0" algn="ctr" defTabSz="1111250">
            <a:lnSpc>
              <a:spcPct val="90000"/>
            </a:lnSpc>
            <a:spcBef>
              <a:spcPct val="0"/>
            </a:spcBef>
            <a:spcAft>
              <a:spcPct val="35000"/>
            </a:spcAft>
            <a:buNone/>
          </a:pPr>
          <a:r>
            <a:rPr lang="en-US" sz="2500" kern="1200"/>
            <a:t>3</a:t>
          </a:r>
        </a:p>
      </dsp:txBody>
      <dsp:txXfrm>
        <a:off x="3270398" y="325852"/>
        <a:ext cx="359817" cy="359817"/>
      </dsp:txXfrm>
    </dsp:sp>
    <dsp:sp modelId="{5C254595-B1A9-BB41-B5C6-D8749C73C701}">
      <dsp:nvSpPr>
        <dsp:cNvPr id="0" name=""/>
        <dsp:cNvSpPr/>
      </dsp:nvSpPr>
      <dsp:spPr>
        <a:xfrm>
          <a:off x="2818619" y="925790"/>
          <a:ext cx="1263376" cy="1965600"/>
        </a:xfrm>
        <a:prstGeom prst="upArrowCallout">
          <a:avLst>
            <a:gd name="adj1" fmla="val 50000"/>
            <a:gd name="adj2" fmla="val 20000"/>
            <a:gd name="adj3" fmla="val 20000"/>
            <a:gd name="adj4" fmla="val 100000"/>
          </a:avLst>
        </a:prstGeom>
        <a:solidFill>
          <a:schemeClr val="accent5">
            <a:tint val="40000"/>
            <a:alpha val="90000"/>
            <a:hueOff val="0"/>
            <a:satOff val="0"/>
            <a:lumOff val="0"/>
            <a:alphaOff val="0"/>
          </a:schemeClr>
        </a:solidFill>
        <a:ln w="9525" cap="flat" cmpd="sng" algn="ctr">
          <a:solidFill>
            <a:schemeClr val="accent5">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99657" tIns="165100" rIns="99657" bIns="165100" numCol="1" spcCol="1270" anchor="t" anchorCtr="0">
          <a:noAutofit/>
        </a:bodyPr>
        <a:lstStyle/>
        <a:p>
          <a:pPr marL="0" lvl="0" indent="0" algn="l" defTabSz="488950">
            <a:lnSpc>
              <a:spcPct val="90000"/>
            </a:lnSpc>
            <a:spcBef>
              <a:spcPct val="0"/>
            </a:spcBef>
            <a:spcAft>
              <a:spcPct val="35000"/>
            </a:spcAft>
            <a:buNone/>
          </a:pPr>
          <a:r>
            <a:rPr lang="es-US" sz="1100" kern="1200"/>
            <a:t>Se corrigieron y mejoraron decisiones iniciales, fortaleciendo la arquitectura final.</a:t>
          </a:r>
          <a:endParaRPr lang="en-US" sz="1100" kern="1200"/>
        </a:p>
      </dsp:txBody>
      <dsp:txXfrm>
        <a:off x="2818619" y="1178465"/>
        <a:ext cx="1263376" cy="1712925"/>
      </dsp:txXfrm>
    </dsp:sp>
    <dsp:sp modelId="{9AD96A30-ADA9-4540-AA03-090FE665ED7D}">
      <dsp:nvSpPr>
        <dsp:cNvPr id="0" name=""/>
        <dsp:cNvSpPr/>
      </dsp:nvSpPr>
      <dsp:spPr>
        <a:xfrm>
          <a:off x="4222370" y="505724"/>
          <a:ext cx="1263376" cy="71"/>
        </a:xfrm>
        <a:prstGeom prst="rect">
          <a:avLst/>
        </a:prstGeom>
        <a:solidFill>
          <a:schemeClr val="accent6">
            <a:tint val="40000"/>
            <a:alpha val="90000"/>
            <a:hueOff val="0"/>
            <a:satOff val="0"/>
            <a:lumOff val="0"/>
            <a:alphaOff val="0"/>
          </a:schemeClr>
        </a:solidFill>
        <a:ln w="9525" cap="flat" cmpd="sng" algn="ctr">
          <a:solidFill>
            <a:schemeClr val="accent6">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6408B205-ACEC-E440-9973-DF1AD7171079}">
      <dsp:nvSpPr>
        <dsp:cNvPr id="0" name=""/>
        <dsp:cNvSpPr/>
      </dsp:nvSpPr>
      <dsp:spPr>
        <a:xfrm>
          <a:off x="5519436" y="458548"/>
          <a:ext cx="64572" cy="121402"/>
        </a:xfrm>
        <a:prstGeom prst="chevron">
          <a:avLst>
            <a:gd name="adj" fmla="val 90000"/>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DF4130F6-FCF7-3242-B4FC-B247B65DBB33}">
      <dsp:nvSpPr>
        <dsp:cNvPr id="0" name=""/>
        <dsp:cNvSpPr/>
      </dsp:nvSpPr>
      <dsp:spPr>
        <a:xfrm>
          <a:off x="4599628" y="251331"/>
          <a:ext cx="508859" cy="508859"/>
        </a:xfrm>
        <a:prstGeom prst="ellipse">
          <a:avLst/>
        </a:prstGeom>
        <a:gradFill rotWithShape="0">
          <a:gsLst>
            <a:gs pos="0">
              <a:schemeClr val="accent5">
                <a:hueOff val="0"/>
                <a:satOff val="0"/>
                <a:lumOff val="0"/>
                <a:alphaOff val="0"/>
                <a:tint val="94000"/>
                <a:satMod val="105000"/>
                <a:lumMod val="102000"/>
              </a:schemeClr>
            </a:gs>
            <a:gs pos="100000">
              <a:schemeClr val="accent5">
                <a:hueOff val="0"/>
                <a:satOff val="0"/>
                <a:lumOff val="0"/>
                <a:alphaOff val="0"/>
                <a:shade val="74000"/>
                <a:satMod val="128000"/>
                <a:lumMod val="100000"/>
              </a:schemeClr>
            </a:gs>
          </a:gsLst>
          <a:lin ang="5400000" scaled="0"/>
        </a:gradFill>
        <a:ln w="9525" cap="flat" cmpd="sng" algn="ctr">
          <a:solidFill>
            <a:schemeClr val="accent5">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9747" tIns="19747" rIns="19747" bIns="19747" numCol="1" spcCol="1270" anchor="ctr" anchorCtr="0">
          <a:noAutofit/>
        </a:bodyPr>
        <a:lstStyle/>
        <a:p>
          <a:pPr marL="0" lvl="0" indent="0" algn="ctr" defTabSz="1111250">
            <a:lnSpc>
              <a:spcPct val="90000"/>
            </a:lnSpc>
            <a:spcBef>
              <a:spcPct val="0"/>
            </a:spcBef>
            <a:spcAft>
              <a:spcPct val="35000"/>
            </a:spcAft>
            <a:buNone/>
          </a:pPr>
          <a:r>
            <a:rPr lang="en-US" sz="2500" kern="1200"/>
            <a:t>4</a:t>
          </a:r>
        </a:p>
      </dsp:txBody>
      <dsp:txXfrm>
        <a:off x="4674149" y="325852"/>
        <a:ext cx="359817" cy="359817"/>
      </dsp:txXfrm>
    </dsp:sp>
    <dsp:sp modelId="{9DFE844D-BCFC-1A41-9925-B579B6A1DCCF}">
      <dsp:nvSpPr>
        <dsp:cNvPr id="0" name=""/>
        <dsp:cNvSpPr/>
      </dsp:nvSpPr>
      <dsp:spPr>
        <a:xfrm>
          <a:off x="4222370" y="925790"/>
          <a:ext cx="1263376" cy="1965600"/>
        </a:xfrm>
        <a:prstGeom prst="upArrowCallout">
          <a:avLst>
            <a:gd name="adj1" fmla="val 50000"/>
            <a:gd name="adj2" fmla="val 20000"/>
            <a:gd name="adj3" fmla="val 20000"/>
            <a:gd name="adj4" fmla="val 100000"/>
          </a:avLst>
        </a:prstGeom>
        <a:solidFill>
          <a:schemeClr val="accent3">
            <a:tint val="40000"/>
            <a:alpha val="90000"/>
            <a:hueOff val="0"/>
            <a:satOff val="0"/>
            <a:lumOff val="0"/>
            <a:alphaOff val="0"/>
          </a:schemeClr>
        </a:solidFill>
        <a:ln w="9525" cap="flat" cmpd="sng" algn="ctr">
          <a:solidFill>
            <a:schemeClr val="accent3">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99657" tIns="165100" rIns="99657" bIns="165100" numCol="1" spcCol="1270" anchor="t" anchorCtr="0">
          <a:noAutofit/>
        </a:bodyPr>
        <a:lstStyle/>
        <a:p>
          <a:pPr marL="0" lvl="0" indent="0" algn="l" defTabSz="488950">
            <a:lnSpc>
              <a:spcPct val="90000"/>
            </a:lnSpc>
            <a:spcBef>
              <a:spcPct val="0"/>
            </a:spcBef>
            <a:spcAft>
              <a:spcPct val="35000"/>
            </a:spcAft>
            <a:buNone/>
          </a:pPr>
          <a:r>
            <a:rPr lang="es-US" sz="1100" kern="1200"/>
            <a:t>Se implementó un sistema de filtrado flexible que organiza mensajes automáticamente y permite reglas definidas por el usuario.</a:t>
          </a:r>
          <a:endParaRPr lang="en-US" sz="1100" kern="1200"/>
        </a:p>
      </dsp:txBody>
      <dsp:txXfrm>
        <a:off x="4222370" y="1178465"/>
        <a:ext cx="1263376" cy="1712925"/>
      </dsp:txXfrm>
    </dsp:sp>
    <dsp:sp modelId="{0B182BDA-015B-B94C-AF53-4F6480EFA591}">
      <dsp:nvSpPr>
        <dsp:cNvPr id="0" name=""/>
        <dsp:cNvSpPr/>
      </dsp:nvSpPr>
      <dsp:spPr>
        <a:xfrm>
          <a:off x="5626121" y="505724"/>
          <a:ext cx="1263376" cy="71"/>
        </a:xfrm>
        <a:prstGeom prst="rect">
          <a:avLst/>
        </a:prstGeom>
        <a:solidFill>
          <a:schemeClr val="accent4">
            <a:tint val="40000"/>
            <a:alpha val="90000"/>
            <a:hueOff val="0"/>
            <a:satOff val="0"/>
            <a:lumOff val="0"/>
            <a:alphaOff val="0"/>
          </a:schemeClr>
        </a:solidFill>
        <a:ln w="9525" cap="flat" cmpd="sng" algn="ctr">
          <a:solidFill>
            <a:schemeClr val="accent4">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09758581-FA56-8B40-BCCA-C6855A5CFB93}">
      <dsp:nvSpPr>
        <dsp:cNvPr id="0" name=""/>
        <dsp:cNvSpPr/>
      </dsp:nvSpPr>
      <dsp:spPr>
        <a:xfrm>
          <a:off x="6923187" y="458548"/>
          <a:ext cx="64572" cy="121402"/>
        </a:xfrm>
        <a:prstGeom prst="chevron">
          <a:avLst>
            <a:gd name="adj" fmla="val 90000"/>
          </a:avLst>
        </a:prstGeom>
        <a:solidFill>
          <a:schemeClr val="accent5">
            <a:tint val="40000"/>
            <a:alpha val="90000"/>
            <a:hueOff val="0"/>
            <a:satOff val="0"/>
            <a:lumOff val="0"/>
            <a:alphaOff val="0"/>
          </a:schemeClr>
        </a:solidFill>
        <a:ln w="9525" cap="flat" cmpd="sng" algn="ctr">
          <a:solidFill>
            <a:schemeClr val="accent5">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94D39A03-A0A3-9A4A-A0B1-B94AE7CED0FC}">
      <dsp:nvSpPr>
        <dsp:cNvPr id="0" name=""/>
        <dsp:cNvSpPr/>
      </dsp:nvSpPr>
      <dsp:spPr>
        <a:xfrm>
          <a:off x="6003380" y="251330"/>
          <a:ext cx="508859" cy="508859"/>
        </a:xfrm>
        <a:prstGeom prst="ellipse">
          <a:avLst/>
        </a:prstGeom>
        <a:gradFill rotWithShape="0">
          <a:gsLst>
            <a:gs pos="0">
              <a:schemeClr val="accent6">
                <a:hueOff val="0"/>
                <a:satOff val="0"/>
                <a:lumOff val="0"/>
                <a:alphaOff val="0"/>
                <a:tint val="94000"/>
                <a:satMod val="105000"/>
                <a:lumMod val="102000"/>
              </a:schemeClr>
            </a:gs>
            <a:gs pos="100000">
              <a:schemeClr val="accent6">
                <a:hueOff val="0"/>
                <a:satOff val="0"/>
                <a:lumOff val="0"/>
                <a:alphaOff val="0"/>
                <a:shade val="74000"/>
                <a:satMod val="128000"/>
                <a:lumMod val="100000"/>
              </a:schemeClr>
            </a:gs>
          </a:gsLst>
          <a:lin ang="5400000" scaled="0"/>
        </a:gradFill>
        <a:ln w="9525" cap="flat" cmpd="sng" algn="ctr">
          <a:solidFill>
            <a:schemeClr val="accent6">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9747" tIns="19747" rIns="19747" bIns="19747" numCol="1" spcCol="1270" anchor="ctr" anchorCtr="0">
          <a:noAutofit/>
        </a:bodyPr>
        <a:lstStyle/>
        <a:p>
          <a:pPr marL="0" lvl="0" indent="0" algn="ctr" defTabSz="1111250">
            <a:lnSpc>
              <a:spcPct val="90000"/>
            </a:lnSpc>
            <a:spcBef>
              <a:spcPct val="0"/>
            </a:spcBef>
            <a:spcAft>
              <a:spcPct val="35000"/>
            </a:spcAft>
            <a:buNone/>
          </a:pPr>
          <a:r>
            <a:rPr lang="en-US" sz="2500" kern="1200"/>
            <a:t>5</a:t>
          </a:r>
        </a:p>
      </dsp:txBody>
      <dsp:txXfrm>
        <a:off x="6077901" y="325851"/>
        <a:ext cx="359817" cy="359817"/>
      </dsp:txXfrm>
    </dsp:sp>
    <dsp:sp modelId="{2DEEFE58-B3B9-914C-8326-EF84BD63D449}">
      <dsp:nvSpPr>
        <dsp:cNvPr id="0" name=""/>
        <dsp:cNvSpPr/>
      </dsp:nvSpPr>
      <dsp:spPr>
        <a:xfrm>
          <a:off x="5626121" y="925790"/>
          <a:ext cx="1263376" cy="1965600"/>
        </a:xfrm>
        <a:prstGeom prst="upArrowCallout">
          <a:avLst>
            <a:gd name="adj1" fmla="val 50000"/>
            <a:gd name="adj2" fmla="val 20000"/>
            <a:gd name="adj3" fmla="val 20000"/>
            <a:gd name="adj4" fmla="val 100000"/>
          </a:avLst>
        </a:prstGeom>
        <a:solidFill>
          <a:schemeClr val="accent6">
            <a:tint val="40000"/>
            <a:alpha val="90000"/>
            <a:hueOff val="0"/>
            <a:satOff val="0"/>
            <a:lumOff val="0"/>
            <a:alphaOff val="0"/>
          </a:schemeClr>
        </a:solidFill>
        <a:ln w="9525" cap="flat" cmpd="sng" algn="ctr">
          <a:solidFill>
            <a:schemeClr val="accent6">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99657" tIns="165100" rIns="99657" bIns="165100" numCol="1" spcCol="1270" anchor="t" anchorCtr="0">
          <a:noAutofit/>
        </a:bodyPr>
        <a:lstStyle/>
        <a:p>
          <a:pPr marL="0" lvl="0" indent="0" algn="l" defTabSz="488950">
            <a:lnSpc>
              <a:spcPct val="90000"/>
            </a:lnSpc>
            <a:spcBef>
              <a:spcPct val="0"/>
            </a:spcBef>
            <a:spcAft>
              <a:spcPct val="35000"/>
            </a:spcAft>
            <a:buNone/>
          </a:pPr>
          <a:r>
            <a:rPr lang="es-US" sz="1100" kern="1200"/>
            <a:t>La interfaz de usuario integra correctamente todas las funcionalidades desarrolladas.</a:t>
          </a:r>
          <a:endParaRPr lang="en-US" sz="1100" kern="1200"/>
        </a:p>
      </dsp:txBody>
      <dsp:txXfrm>
        <a:off x="5626121" y="1178465"/>
        <a:ext cx="1263376" cy="1712925"/>
      </dsp:txXfrm>
    </dsp:sp>
    <dsp:sp modelId="{5030FE83-F042-5D48-9FF1-7FD562FB065B}">
      <dsp:nvSpPr>
        <dsp:cNvPr id="0" name=""/>
        <dsp:cNvSpPr/>
      </dsp:nvSpPr>
      <dsp:spPr>
        <a:xfrm>
          <a:off x="7029873" y="505724"/>
          <a:ext cx="1263376" cy="72"/>
        </a:xfrm>
        <a:prstGeom prst="rect">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2D44F20F-8B30-7E48-8CF0-A2145D9C1525}">
      <dsp:nvSpPr>
        <dsp:cNvPr id="0" name=""/>
        <dsp:cNvSpPr/>
      </dsp:nvSpPr>
      <dsp:spPr>
        <a:xfrm>
          <a:off x="8326939" y="458548"/>
          <a:ext cx="64572" cy="121402"/>
        </a:xfrm>
        <a:prstGeom prst="chevron">
          <a:avLst>
            <a:gd name="adj" fmla="val 90000"/>
          </a:avLst>
        </a:prstGeom>
        <a:solidFill>
          <a:schemeClr val="accent3">
            <a:tint val="40000"/>
            <a:alpha val="90000"/>
            <a:hueOff val="0"/>
            <a:satOff val="0"/>
            <a:lumOff val="0"/>
            <a:alphaOff val="0"/>
          </a:schemeClr>
        </a:solidFill>
        <a:ln w="9525" cap="flat" cmpd="sng" algn="ctr">
          <a:solidFill>
            <a:schemeClr val="accent3">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C954E596-E81E-9947-853A-0984C83BE309}">
      <dsp:nvSpPr>
        <dsp:cNvPr id="0" name=""/>
        <dsp:cNvSpPr/>
      </dsp:nvSpPr>
      <dsp:spPr>
        <a:xfrm>
          <a:off x="7407131" y="251330"/>
          <a:ext cx="508859" cy="508859"/>
        </a:xfrm>
        <a:prstGeom prst="ellipse">
          <a:avLst/>
        </a:prstGeom>
        <a:gradFill rotWithShape="0">
          <a:gsLst>
            <a:gs pos="0">
              <a:schemeClr val="accent2">
                <a:hueOff val="0"/>
                <a:satOff val="0"/>
                <a:lumOff val="0"/>
                <a:alphaOff val="0"/>
                <a:tint val="94000"/>
                <a:satMod val="105000"/>
                <a:lumMod val="102000"/>
              </a:schemeClr>
            </a:gs>
            <a:gs pos="100000">
              <a:schemeClr val="accent2">
                <a:hueOff val="0"/>
                <a:satOff val="0"/>
                <a:lumOff val="0"/>
                <a:alphaOff val="0"/>
                <a:shade val="74000"/>
                <a:satMod val="128000"/>
                <a:lumMod val="100000"/>
              </a:schemeClr>
            </a:gs>
          </a:gsLst>
          <a:lin ang="5400000" scaled="0"/>
        </a:gradFill>
        <a:ln w="9525" cap="flat" cmpd="sng" algn="ctr">
          <a:solidFill>
            <a:schemeClr val="accent2">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9747" tIns="19747" rIns="19747" bIns="19747" numCol="1" spcCol="1270" anchor="ctr" anchorCtr="0">
          <a:noAutofit/>
        </a:bodyPr>
        <a:lstStyle/>
        <a:p>
          <a:pPr marL="0" lvl="0" indent="0" algn="ctr" defTabSz="1111250">
            <a:lnSpc>
              <a:spcPct val="90000"/>
            </a:lnSpc>
            <a:spcBef>
              <a:spcPct val="0"/>
            </a:spcBef>
            <a:spcAft>
              <a:spcPct val="35000"/>
            </a:spcAft>
            <a:buNone/>
          </a:pPr>
          <a:r>
            <a:rPr lang="en-US" sz="2500" kern="1200"/>
            <a:t>6</a:t>
          </a:r>
        </a:p>
      </dsp:txBody>
      <dsp:txXfrm>
        <a:off x="7481652" y="325851"/>
        <a:ext cx="359817" cy="359817"/>
      </dsp:txXfrm>
    </dsp:sp>
    <dsp:sp modelId="{8783E1E8-BB69-2E40-BD66-C88C640C6061}">
      <dsp:nvSpPr>
        <dsp:cNvPr id="0" name=""/>
        <dsp:cNvSpPr/>
      </dsp:nvSpPr>
      <dsp:spPr>
        <a:xfrm>
          <a:off x="7029873" y="925790"/>
          <a:ext cx="1263376" cy="1965600"/>
        </a:xfrm>
        <a:prstGeom prst="upArrowCallout">
          <a:avLst>
            <a:gd name="adj1" fmla="val 50000"/>
            <a:gd name="adj2" fmla="val 20000"/>
            <a:gd name="adj3" fmla="val 20000"/>
            <a:gd name="adj4" fmla="val 100000"/>
          </a:avLst>
        </a:prstGeom>
        <a:solidFill>
          <a:schemeClr val="accent4">
            <a:tint val="40000"/>
            <a:alpha val="90000"/>
            <a:hueOff val="0"/>
            <a:satOff val="0"/>
            <a:lumOff val="0"/>
            <a:alphaOff val="0"/>
          </a:schemeClr>
        </a:solidFill>
        <a:ln w="9525" cap="flat" cmpd="sng" algn="ctr">
          <a:solidFill>
            <a:schemeClr val="accent4">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99657" tIns="165100" rIns="99657" bIns="165100" numCol="1" spcCol="1270" anchor="t" anchorCtr="0">
          <a:noAutofit/>
        </a:bodyPr>
        <a:lstStyle/>
        <a:p>
          <a:pPr marL="0" lvl="0" indent="0" algn="l" defTabSz="488950">
            <a:lnSpc>
              <a:spcPct val="90000"/>
            </a:lnSpc>
            <a:spcBef>
              <a:spcPct val="0"/>
            </a:spcBef>
            <a:spcAft>
              <a:spcPct val="35000"/>
            </a:spcAft>
            <a:buNone/>
          </a:pPr>
          <a:r>
            <a:rPr lang="es-US" sz="1100" kern="1200"/>
            <a:t>Se creó un grafo dirigido para simular el enrutamiento entre servidores utilizando BFS.</a:t>
          </a:r>
          <a:endParaRPr lang="en-US" sz="1100" kern="1200"/>
        </a:p>
      </dsp:txBody>
      <dsp:txXfrm>
        <a:off x="7029873" y="1178465"/>
        <a:ext cx="1263376" cy="1712925"/>
      </dsp:txXfrm>
    </dsp:sp>
    <dsp:sp modelId="{A57A6B14-D5FD-4A45-A0F2-0BAD76FD882E}">
      <dsp:nvSpPr>
        <dsp:cNvPr id="0" name=""/>
        <dsp:cNvSpPr/>
      </dsp:nvSpPr>
      <dsp:spPr>
        <a:xfrm>
          <a:off x="8433624" y="505724"/>
          <a:ext cx="632305" cy="72"/>
        </a:xfrm>
        <a:prstGeom prst="rect">
          <a:avLst/>
        </a:prstGeom>
        <a:solidFill>
          <a:schemeClr val="accent5">
            <a:tint val="40000"/>
            <a:alpha val="90000"/>
            <a:hueOff val="0"/>
            <a:satOff val="0"/>
            <a:lumOff val="0"/>
            <a:alphaOff val="0"/>
          </a:schemeClr>
        </a:solidFill>
        <a:ln w="9525" cap="flat" cmpd="sng" algn="ctr">
          <a:solidFill>
            <a:schemeClr val="accent5">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D1F6BC5F-85B3-994B-866B-D201C6EAA5AC}">
      <dsp:nvSpPr>
        <dsp:cNvPr id="0" name=""/>
        <dsp:cNvSpPr/>
      </dsp:nvSpPr>
      <dsp:spPr>
        <a:xfrm>
          <a:off x="8811500" y="251330"/>
          <a:ext cx="508859" cy="508859"/>
        </a:xfrm>
        <a:prstGeom prst="ellipse">
          <a:avLst/>
        </a:prstGeom>
        <a:gradFill rotWithShape="0">
          <a:gsLst>
            <a:gs pos="0">
              <a:schemeClr val="accent3">
                <a:hueOff val="0"/>
                <a:satOff val="0"/>
                <a:lumOff val="0"/>
                <a:alphaOff val="0"/>
                <a:tint val="94000"/>
                <a:satMod val="105000"/>
                <a:lumMod val="102000"/>
              </a:schemeClr>
            </a:gs>
            <a:gs pos="100000">
              <a:schemeClr val="accent3">
                <a:hueOff val="0"/>
                <a:satOff val="0"/>
                <a:lumOff val="0"/>
                <a:alphaOff val="0"/>
                <a:shade val="74000"/>
                <a:satMod val="128000"/>
                <a:lumMod val="100000"/>
              </a:schemeClr>
            </a:gs>
          </a:gsLst>
          <a:lin ang="5400000" scaled="0"/>
        </a:gradFill>
        <a:ln w="9525" cap="flat" cmpd="sng" algn="ctr">
          <a:solidFill>
            <a:schemeClr val="accent3">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9747" tIns="19747" rIns="19747" bIns="19747" numCol="1" spcCol="1270" anchor="ctr" anchorCtr="0">
          <a:noAutofit/>
        </a:bodyPr>
        <a:lstStyle/>
        <a:p>
          <a:pPr marL="0" lvl="0" indent="0" algn="ctr" defTabSz="1111250">
            <a:lnSpc>
              <a:spcPct val="90000"/>
            </a:lnSpc>
            <a:spcBef>
              <a:spcPct val="0"/>
            </a:spcBef>
            <a:spcAft>
              <a:spcPct val="35000"/>
            </a:spcAft>
            <a:buNone/>
          </a:pPr>
          <a:r>
            <a:rPr lang="en-US" sz="2500" kern="1200"/>
            <a:t>7</a:t>
          </a:r>
        </a:p>
      </dsp:txBody>
      <dsp:txXfrm>
        <a:off x="8886021" y="325851"/>
        <a:ext cx="359817" cy="359817"/>
      </dsp:txXfrm>
    </dsp:sp>
    <dsp:sp modelId="{A909B3DE-631C-744C-8693-2B587B179C4E}">
      <dsp:nvSpPr>
        <dsp:cNvPr id="0" name=""/>
        <dsp:cNvSpPr/>
      </dsp:nvSpPr>
      <dsp:spPr>
        <a:xfrm>
          <a:off x="8433624" y="925790"/>
          <a:ext cx="1315133" cy="1965600"/>
        </a:xfrm>
        <a:prstGeom prst="upArrowCallout">
          <a:avLst>
            <a:gd name="adj1" fmla="val 50000"/>
            <a:gd name="adj2" fmla="val 20000"/>
            <a:gd name="adj3" fmla="val 20000"/>
            <a:gd name="adj4" fmla="val 100000"/>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03739" tIns="165100" rIns="103739" bIns="165100" numCol="1" spcCol="1270" anchor="t" anchorCtr="0">
          <a:noAutofit/>
        </a:bodyPr>
        <a:lstStyle/>
        <a:p>
          <a:pPr marL="0" lvl="0" indent="0" algn="l" defTabSz="488950">
            <a:lnSpc>
              <a:spcPct val="90000"/>
            </a:lnSpc>
            <a:spcBef>
              <a:spcPct val="0"/>
            </a:spcBef>
            <a:spcAft>
              <a:spcPct val="35000"/>
            </a:spcAft>
            <a:buNone/>
          </a:pPr>
          <a:r>
            <a:rPr lang="es-US" sz="1100" kern="1200"/>
            <a:t>Se resolvieron problemas importantes relacionados con el manejo de tuplas dentro del heap, garantizando el funcionamiento adecuado de la cola de prioridades.</a:t>
          </a:r>
          <a:endParaRPr lang="en-US" sz="1100" kern="1200"/>
        </a:p>
      </dsp:txBody>
      <dsp:txXfrm>
        <a:off x="8433624" y="1188817"/>
        <a:ext cx="1315133" cy="1702573"/>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6/7/layout/LinearArrowProcessNumbered">
  <dgm:title val="Linear Arrow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shape called UpArrowCallout. Also the nodes are connected by an arrow like shape emphasizing the process natur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3"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L"/>
      <dgm:param type="nodeVertAlign" val="t"/>
    </dgm:alg>
    <dgm:shape xmlns:r="http://schemas.openxmlformats.org/officeDocument/2006/relationships" r:blip="">
      <dgm:adjLst/>
    </dgm:shape>
    <dgm:presOf/>
    <dgm:constrLst>
      <dgm:constr type="w" for="ch" forName="compositeNode" refType="w"/>
      <dgm:constr type="h" for="ch" forName="compositeNode" op="equ"/>
      <dgm:constr type="w" for="ch" forName="sibTransComposite" refType="w" refFor="ch" refForName="compositeNode" fact="0"/>
      <dgm:constr type="w" for="des" forName="parTx"/>
      <dgm:constr type="h" for="des" forName="parTx" op="equ"/>
      <dgm:constr type="h" for="des" forName="parSh" op="equ"/>
      <dgm:constr type="w" for="des" forName="nodeText"/>
      <dgm:constr type="h" for="des" forName="nodeText" op="equ"/>
      <dgm:constr type="w" for="des" forName="parSh"/>
      <dgm:constr type="w" for="des" forName="parSh" op="equ"/>
      <dgm:constr type="primFontSz" for="des" forName="parTx" val="26"/>
      <dgm:constr type="primFontSz" for="des" forName="parTx" op="equ"/>
      <dgm:constr type="primFontSz" for="des" forName="parSh" op="equ"/>
      <dgm:constr type="primFontSz" for="des" forName="nodeText" op="equ"/>
      <dgm:constr type="secFontSz" for="des" forName="nodeText" op="equ"/>
      <dgm:constr type="primFontSz" for="des" forName="sibTransNodeCircle" op="equ"/>
      <dgm:constr type="h" for="des" forName="sibTransNodeCircle" op="equ"/>
      <dgm:constr type="w" for="des" forName="sibTransNodeCircle" op="equ"/>
      <dgm:constr type="h" for="des" forName="parTx" refType="primFontSz" refFor="des" refForName="parTx" fact="1.5"/>
      <dgm:constr type="h" for="ch" forName="compositeNode" refType="h"/>
      <dgm:constr type="h" for="des" forName="parSh" refType="w"/>
      <dgm:constr type="h" for="des" forName="nodeText" refType="primFontSz" refFor="des" refForName="parTx" fact="2.1"/>
      <dgm:constr type="h" for="des" forName="parSh" refType="h" refFor="des" refForName="parTx" op="lte" fact="1.2"/>
      <dgm:constr type="h" for="des" forName="parSh" refType="h" refFor="des" refForName="parTx" op="gte" fact="1.2"/>
    </dgm:constrLst>
    <dgm:ruleLst>
      <dgm:rule type="primFontSz" for="des" forName="parSh" val="5" fact="NaN" max="NaN"/>
    </dgm:ruleLst>
    <dgm:forEach name="Name3" axis="ch" ptType="node">
      <dgm:layoutNode name="compositeNode">
        <dgm:alg type="composite"/>
        <dgm:shape xmlns:r="http://schemas.openxmlformats.org/officeDocument/2006/relationships" r:blip="">
          <dgm:adjLst/>
        </dgm:shape>
        <dgm:presOf/>
        <dgm:choose name="Name004">
          <dgm:if name="Name5" axis="self" ptType="node" func="cnt" op="equ" val="0">
            <dgm:constrLst>
              <dgm:constr type="w" for="ch" forName="parTx" refType="w"/>
              <dgm:constr type="w" for="ch" forName="parSh" refType="w" refFor="ch" refForName="parTx"/>
              <dgm:constr type="w" for="ch" forName="nodeText" refType="w" refFor="ch" refForName="parTx"/>
              <dgm:constr type="t" for="ch" forName="nodeText" refType="b" refFor="ch" refForName="parSh"/>
            </dgm:constrLst>
          </dgm:if>
          <dgm:else name="Name6">
            <dgm:constrLst>
              <dgm:constr type="w" for="ch" forName="parTx" refType="w"/>
              <dgm:constr type="w" for="ch" forName="parSh" refType="w" refFor="ch" refForName="parTx"/>
              <dgm:constr type="w" for="ch" forName="nodeText" refType="w" refFor="ch" refForName="parTx" fact="0.9"/>
              <dgm:constr type="t" for="ch" forName="nodeText" refType="b" refFor="ch" refForName="parSh"/>
            </dgm:constrLst>
          </dgm:else>
        </dgm:choose>
        <dgm:ruleLst>
          <dgm:rule type="h" val="INF" fact="NaN" max="NaN"/>
        </dgm:ruleLst>
        <dgm:layoutNode name="parTx">
          <dgm:varLst>
            <dgm:chMax val="0"/>
            <dgm:chPref val="0"/>
            <dgm:bulletEnabled val="1"/>
          </dgm:varLst>
          <dgm:alg type="tx"/>
          <dgm:shape xmlns:r="http://schemas.openxmlformats.org/officeDocument/2006/relationships" type="rect" r:blip="" zOrderOff="1" hideGeom="1">
            <dgm:adjLst/>
          </dgm:shape>
          <dgm:presOf/>
          <dgm:constrLst>
            <dgm:constr type="h" refType="w" op="lte" fact="0.4"/>
            <dgm:constr type="h"/>
          </dgm:constrLst>
          <dgm:ruleLst>
            <dgm:rule type="h" val="INF" fact="NaN" max="NaN"/>
          </dgm:ruleLst>
        </dgm:layoutNode>
        <dgm:layoutNode name="parSh">
          <dgm:alg type="composite"/>
          <dgm:shape xmlns:r="http://schemas.openxmlformats.org/officeDocument/2006/relationships" r:blip="">
            <dgm:adjLst/>
          </dgm:shape>
          <dgm:presOf axis="self" ptType="node"/>
          <dgm:choose name="casesForFirstAndLastNode">
            <dgm:if name="ifFirstNode" axis="self" ptType="node" func="pos" op="equ" val="1">
              <dgm:choose name="removeLineWhenOnlyOneNode">
                <dgm:if name="ifOnlyOneNode" axis="followSib" ptType="node" func="cnt" op="equ" val="0">
                  <dgm:constrLst>
                    <dgm:constr type="h"/>
                    <dgm:constr type="h" for="ch" forName="lineNode" val="0.002"/>
                    <dgm:constr type="w" for="ch" forName="lineNode" refType="w" fact="0"/>
                    <dgm:constr type="w" for="ch" forName="lineArrowNode" refType="w" fact="0"/>
                    <dgm:constr type="h" for="ch" forName="lineArrowNode" refType="h" fact="0"/>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ifMoreThanOneNode">
                  <dgm:constrLst>
                    <dgm:constr type="h"/>
                    <dgm:constr type="h" for="ch" forName="lineNode" val="0.002"/>
                    <dgm:constr type="w" for="ch" forName="lineNode" refType="w" fact="0.4"/>
                    <dgm:constr type="l" for="ch" forName="lineNode" refType="w" fact="0.5"/>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if>
            <dgm:if name="ifLastNode" axis="self" ptType="node" func="revPos" op="equ" val="1">
              <dgm:constrLst>
                <dgm:constr type="h"/>
                <dgm:constr type="h" for="ch" forName="lineNode" val="0.002"/>
                <dgm:constr type="w" for="ch" forName="lineNode" refType="w" fact="0.45"/>
                <dgm:constr type="w" for="ch" forName="lineArrowNode" refType="w" fact="0"/>
                <dgm:constr type="h" for="ch" forName="lineArrowNode" refType="h" fact="0"/>
                <dgm:constr type="ctrY" for="ch" forName="lineNode" refType="ctrY" refFor="ch" refForName="sibTransNodeCircle"/>
                <dgm:constr type="h" for="ch" forName="sibTransNodeCircle" refType="h"/>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allOtherNodes">
              <dgm:constrLst>
                <dgm:constr type="h"/>
                <dgm:constr type="h" for="ch" forName="lineNode" val="0.002"/>
                <dgm:constr type="w" for="ch" forName="lineNode" refType="w" fact="0.9"/>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layoutNode name="lineNode" styleLbl="alignAccFollowNode1">
            <dgm:alg type="sp"/>
            <dgm:shape xmlns:r="http://schemas.openxmlformats.org/officeDocument/2006/relationships" type="rect" r:blip="">
              <dgm:adjLst/>
            </dgm:shape>
            <dgm:presOf/>
            <dgm:constrLst/>
            <dgm:ruleLst/>
          </dgm:layoutNode>
          <dgm:layoutNode name="lineArrowNode" styleLbl="alignAccFollowNode1">
            <dgm:alg type="sp"/>
            <dgm:shape xmlns:r="http://schemas.openxmlformats.org/officeDocument/2006/relationships" type="chevron" r:blip="">
              <dgm:adjLst>
                <dgm:adj idx="1" val="0.9"/>
              </dgm:adjLst>
            </dgm:shape>
            <dgm:presOf/>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param type="parTxRTLAlign" val="l"/>
              </dgm:alg>
              <dgm:shape xmlns:r="http://schemas.openxmlformats.org/officeDocument/2006/relationships" type="ellipse" r:blip="">
                <dgm:adjLst/>
              </dgm:shape>
              <dgm:constrLst>
                <dgm:constr type="w" refType="h" op="equ"/>
                <dgm:constr type="primFontSz" val="60"/>
                <dgm:constr type="tMarg" refType="w" fact="0.11"/>
                <dgm:constr type="lMarg" refType="w" fact="0.11"/>
                <dgm:constr type="rMarg" refType="w" fact="0.11"/>
                <dgm:constr type="bMarg" refType="w" fact="0.11"/>
              </dgm:constrLst>
              <dgm:ruleLst>
                <dgm:rule type="primFontSz" val="14" fact="NaN" max="NaN"/>
              </dgm:ruleLst>
            </dgm:layoutNode>
            <dgm:layoutNode name="spacerBetweenCircleAndCallout">
              <dgm:varLst/>
              <dgm:presOf/>
              <dgm:alg type="sp"/>
              <dgm:shape xmlns:r="http://schemas.openxmlformats.org/officeDocument/2006/relationships" r:blip="">
                <dgm:adjLst/>
              </dgm:shape>
              <dgm:constrLst/>
              <dgm:ruleLst/>
            </dgm:layoutNode>
          </dgm:forEach>
          <dgm:presOf/>
          <dgm:ruleLst/>
        </dgm:layoutNode>
        <dgm:layoutNode name="nodeText" styleLbl="alignAccFollowNode1">
          <dgm:varLst>
            <dgm:bulletEnabled val="1"/>
          </dgm:varLst>
          <dgm:alg type="tx">
            <dgm:param type="parTxLTRAlign" val="l"/>
            <dgm:param type="parTxRTLAlign" val="r"/>
            <dgm:param type="txAnchorVert" val="t"/>
          </dgm:alg>
          <dgm:shape xmlns:r="http://schemas.openxmlformats.org/officeDocument/2006/relationships" type="upArrowCallout" r:blip="">
            <dgm:adjLst>
              <dgm:adj idx="1" val="0.5"/>
              <dgm:adj idx="2" val="0.2"/>
              <dgm:adj idx="3" val="0.2"/>
              <dgm:adj idx="4" val="1"/>
            </dgm:adjLst>
          </dgm:shape>
          <dgm:presOf axis="desOrSelf" ptType="node"/>
          <dgm:constrLst>
            <dgm:constr type="secFontSz" val="16"/>
            <dgm:constr type="primFontSz" val="26"/>
            <dgm:constr type="h"/>
            <dgm:constr type="tMarg" val="13"/>
            <dgm:constr type="lMarg" refType="w" fact="0.2236"/>
            <dgm:constr type="rMarg" refType="w" fact="0.2236"/>
            <dgm:constr type="bMarg" val="13"/>
          </dgm:constrLst>
          <dgm:ruleLst>
            <dgm:rule type="secFontSz" val="11" fact="NaN" max="NaN"/>
            <dgm:rule type="primFontSz" val="11" fact="NaN" max="NaN"/>
            <dgm:rule type="h" val="INF" fact="NaN" max="NaN"/>
          </dgm:ruleLst>
        </dgm:layoutNode>
      </dgm:layoutNode>
      <dgm:forEach name="sibTransForEach" axis="followSib" ptType="sibTrans" cnt="1">
        <dgm:layoutNode name="sibTransComposite" styleLbl="alignAccFollowNode1">
          <dgm:alg type="sp"/>
          <dgm:shape xmlns:r="http://schemas.openxmlformats.org/officeDocument/2006/relationships" r:blip="">
            <dgm:adjLst/>
          </dgm:shape>
          <dgm:ruleLst/>
        </dgm:layoutNode>
        <dgm:ruleLst>
          <dgm:rule type="h" val="INF" fact="NaN" max="NaN"/>
        </dgm:ruleLst>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s-MX"/>
              <a:t>Haz clic para modificar el estilo de título del patrón</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11/15/2025</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Content Placeholder 2"/>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s-MX"/>
              <a:t>Haz clic para modificar el estilo de título del patrón</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p>
            <a:fld id="{48A87A34-81AB-432B-8DAE-1953F412C126}" type="datetimeFigureOut">
              <a:rPr lang="en-US" dirty="0"/>
              <a:t>11/15/2025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11/15/2025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s-MX"/>
              <a:t>Haz clic para modificar el estilo de título del patrón</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Content Placeholder 3"/>
          <p:cNvSpPr>
            <a:spLocks noGrp="1"/>
          </p:cNvSpPr>
          <p:nvPr>
            <p:ph sz="half" idx="2"/>
          </p:nvPr>
        </p:nvSpPr>
        <p:spPr>
          <a:xfrm>
            <a:off x="1141410" y="3073397"/>
            <a:ext cx="4878391" cy="2717801"/>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Content Placeholder 5"/>
          <p:cNvSpPr>
            <a:spLocks noGrp="1"/>
          </p:cNvSpPr>
          <p:nvPr>
            <p:ph sz="quarter" idx="4"/>
          </p:nvPr>
        </p:nvSpPr>
        <p:spPr>
          <a:xfrm>
            <a:off x="6172200" y="3073397"/>
            <a:ext cx="4875210" cy="2717801"/>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11/15/2025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11/15/2025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11/15/2025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s-MX"/>
              <a:t>Haz clic para modificar el estilo de título del patrón</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dirty="0"/>
              <a:t>11/15/2025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s-MX"/>
              <a:t>Haz clic para modificar el estilo de título del patrón</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MX"/>
              <a:t>Haz clic en el icono para agregar una imagen</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dirty="0"/>
              <a:t>11/15/2025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s-MX"/>
              <a:t>Haz clic para modificar el estilo de título del patrón</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s-MX"/>
              <a:t>Haz clic en el icono para agregar una imagen</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dirty="0"/>
              <a:t>11/15/2025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s-MX"/>
              <a:t>Haz clic para modificar el estilo de título del patrón</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dirty="0"/>
              <a:t>11/15/2025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s-MX"/>
              <a:t>Haz clic para modificar el estilo de título del patrón</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dirty="0"/>
              <a:t>11/15/2025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s-MX"/>
              <a:t>Haz clic para modificar el estilo de título del patrón</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dirty="0"/>
              <a:t>11/15/2025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s-MX"/>
              <a:t>Haz clic para modificar el estilo de título del patrón</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3" name="Date Placeholder 2"/>
          <p:cNvSpPr>
            <a:spLocks noGrp="1"/>
          </p:cNvSpPr>
          <p:nvPr>
            <p:ph type="dt" sz="half" idx="10"/>
          </p:nvPr>
        </p:nvSpPr>
        <p:spPr/>
        <p:txBody>
          <a:bodyPr/>
          <a:lstStyle/>
          <a:p>
            <a:fld id="{48A87A34-81AB-432B-8DAE-1953F412C126}" type="datetimeFigureOut">
              <a:rPr lang="en-US" dirty="0"/>
              <a:t>11/15/2025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s-MX"/>
              <a:t>Haz clic para modificar el estilo de título del patrón</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s-MX"/>
              <a:t>Haz clic en el icono para agregar una imagen</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s-MX"/>
              <a:t>Haz clic en el icono para agregar una imagen</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s-MX"/>
              <a:t>Haz clic en el icono para agregar una imagen</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3" name="Date Placeholder 2"/>
          <p:cNvSpPr>
            <a:spLocks noGrp="1"/>
          </p:cNvSpPr>
          <p:nvPr>
            <p:ph type="dt" sz="half" idx="10"/>
          </p:nvPr>
        </p:nvSpPr>
        <p:spPr/>
        <p:txBody>
          <a:bodyPr/>
          <a:lstStyle/>
          <a:p>
            <a:fld id="{48A87A34-81AB-432B-8DAE-1953F412C126}" type="datetimeFigureOut">
              <a:rPr lang="en-US" dirty="0"/>
              <a:t>11/15/2025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19" Type="http://schemas.openxmlformats.org/officeDocument/2006/relationships/image" Target="../media/image2.png"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11/15/2025</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‹Nº›</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jpeg" /><Relationship Id="rId1" Type="http://schemas.openxmlformats.org/officeDocument/2006/relationships/slideLayout" Target="../slideLayouts/slideLayout2.xml" /><Relationship Id="rId4" Type="http://schemas.openxmlformats.org/officeDocument/2006/relationships/image" Target="../media/image3.jpeg" /></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 /><Relationship Id="rId7" Type="http://schemas.microsoft.com/office/2007/relationships/diagramDrawing" Target="../diagrams/drawing1.xml" /><Relationship Id="rId2" Type="http://schemas.openxmlformats.org/officeDocument/2006/relationships/image" Target="../media/image1.jpeg" /><Relationship Id="rId1" Type="http://schemas.openxmlformats.org/officeDocument/2006/relationships/slideLayout" Target="../slideLayouts/slideLayout2.xml" /><Relationship Id="rId6" Type="http://schemas.openxmlformats.org/officeDocument/2006/relationships/diagramColors" Target="../diagrams/colors1.xml" /><Relationship Id="rId5" Type="http://schemas.openxmlformats.org/officeDocument/2006/relationships/diagramQuickStyle" Target="../diagrams/quickStyle1.xml" /><Relationship Id="rId4" Type="http://schemas.openxmlformats.org/officeDocument/2006/relationships/diagramLayout" Target="../diagrams/layout1.xml" /></Relationships>
</file>

<file path=ppt/slides/_rels/slide4.xml.rels><?xml version="1.0" encoding="UTF-8" standalone="yes"?>
<Relationships xmlns="http://schemas.openxmlformats.org/package/2006/relationships"><Relationship Id="rId3" Type="http://schemas.openxmlformats.org/officeDocument/2006/relationships/image" Target="../media/image5.jpeg" /><Relationship Id="rId2" Type="http://schemas.openxmlformats.org/officeDocument/2006/relationships/image" Target="../media/image4.jpeg"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 /><Relationship Id="rId2" Type="http://schemas.openxmlformats.org/officeDocument/2006/relationships/diagramData" Target="../diagrams/data2.xml" /><Relationship Id="rId1" Type="http://schemas.openxmlformats.org/officeDocument/2006/relationships/slideLayout" Target="../slideLayouts/slideLayout2.xml" /><Relationship Id="rId6" Type="http://schemas.microsoft.com/office/2007/relationships/diagramDrawing" Target="../diagrams/drawing2.xml" /><Relationship Id="rId5" Type="http://schemas.openxmlformats.org/officeDocument/2006/relationships/diagramColors" Target="../diagrams/colors2.xml" /><Relationship Id="rId4" Type="http://schemas.openxmlformats.org/officeDocument/2006/relationships/diagramQuickStyle" Target="../diagrams/quickStyle2.xml" /></Relationships>
</file>

<file path=ppt/slides/_rels/slide6.xml.rels><?xml version="1.0" encoding="UTF-8" standalone="yes"?>
<Relationships xmlns="http://schemas.openxmlformats.org/package/2006/relationships"><Relationship Id="rId2" Type="http://schemas.openxmlformats.org/officeDocument/2006/relationships/image" Target="../media/image6.jpeg"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3.xml" /><Relationship Id="rId7" Type="http://schemas.microsoft.com/office/2007/relationships/diagramDrawing" Target="../diagrams/drawing3.xml" /><Relationship Id="rId2" Type="http://schemas.openxmlformats.org/officeDocument/2006/relationships/image" Target="../media/image1.jpeg" /><Relationship Id="rId1" Type="http://schemas.openxmlformats.org/officeDocument/2006/relationships/slideLayout" Target="../slideLayouts/slideLayout2.xml" /><Relationship Id="rId6" Type="http://schemas.openxmlformats.org/officeDocument/2006/relationships/diagramColors" Target="../diagrams/colors3.xml" /><Relationship Id="rId5" Type="http://schemas.openxmlformats.org/officeDocument/2006/relationships/diagramQuickStyle" Target="../diagrams/quickStyle3.xml" /><Relationship Id="rId4" Type="http://schemas.openxmlformats.org/officeDocument/2006/relationships/diagramLayout" Target="../diagrams/layout3.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2BDD743-8446-1D70-DCE5-0B0A2CEE342D}"/>
              </a:ext>
            </a:extLst>
          </p:cNvPr>
          <p:cNvSpPr>
            <a:spLocks noGrp="1"/>
          </p:cNvSpPr>
          <p:nvPr>
            <p:ph type="ctrTitle"/>
          </p:nvPr>
        </p:nvSpPr>
        <p:spPr>
          <a:xfrm>
            <a:off x="2157907" y="-313563"/>
            <a:ext cx="8791575" cy="2387600"/>
          </a:xfrm>
        </p:spPr>
        <p:txBody>
          <a:bodyPr>
            <a:normAutofit/>
          </a:bodyPr>
          <a:lstStyle/>
          <a:p>
            <a:r>
              <a:rPr lang="es-US" sz="4000" b="1" i="1" dirty="0"/>
              <a:t>Trabajo práctico integrador </a:t>
            </a:r>
            <a:br>
              <a:rPr lang="es-US" sz="4000" b="1" i="1" dirty="0"/>
            </a:br>
            <a:r>
              <a:rPr lang="es-US" sz="4000" b="1" i="1" dirty="0"/>
              <a:t>          Cliente de correo</a:t>
            </a:r>
            <a:r>
              <a:rPr lang="es-US" sz="4000" dirty="0"/>
              <a:t> </a:t>
            </a:r>
          </a:p>
        </p:txBody>
      </p:sp>
      <p:sp>
        <p:nvSpPr>
          <p:cNvPr id="3" name="Subtítulo 2">
            <a:extLst>
              <a:ext uri="{FF2B5EF4-FFF2-40B4-BE49-F238E27FC236}">
                <a16:creationId xmlns:a16="http://schemas.microsoft.com/office/drawing/2014/main" id="{E111C830-BEA8-9DFB-A35A-29CA7DD0DB82}"/>
              </a:ext>
            </a:extLst>
          </p:cNvPr>
          <p:cNvSpPr>
            <a:spLocks noGrp="1"/>
          </p:cNvSpPr>
          <p:nvPr>
            <p:ph type="subTitle" idx="1"/>
          </p:nvPr>
        </p:nvSpPr>
        <p:spPr>
          <a:xfrm>
            <a:off x="1876425" y="3602038"/>
            <a:ext cx="2354160" cy="1593417"/>
          </a:xfrm>
        </p:spPr>
        <p:txBody>
          <a:bodyPr/>
          <a:lstStyle/>
          <a:p>
            <a:r>
              <a:rPr lang="es-US" dirty="0">
                <a:solidFill>
                  <a:schemeClr val="bg2"/>
                </a:solidFill>
              </a:rPr>
              <a:t>●</a:t>
            </a:r>
            <a:r>
              <a:rPr lang="es-US" b="1" dirty="0">
                <a:solidFill>
                  <a:schemeClr val="bg2"/>
                </a:solidFill>
              </a:rPr>
              <a:t>Lucas </a:t>
            </a:r>
            <a:r>
              <a:rPr lang="es-US" b="1" dirty="0" err="1">
                <a:solidFill>
                  <a:schemeClr val="bg2"/>
                </a:solidFill>
              </a:rPr>
              <a:t>Canella</a:t>
            </a:r>
            <a:endParaRPr lang="es-US" b="1" dirty="0">
              <a:solidFill>
                <a:schemeClr val="bg2"/>
              </a:solidFill>
            </a:endParaRPr>
          </a:p>
          <a:p>
            <a:r>
              <a:rPr lang="es-US" b="1" dirty="0">
                <a:solidFill>
                  <a:schemeClr val="bg2"/>
                </a:solidFill>
              </a:rPr>
              <a:t>●Pablo Blanco</a:t>
            </a:r>
          </a:p>
          <a:p>
            <a:r>
              <a:rPr lang="es-US" b="1" dirty="0">
                <a:solidFill>
                  <a:schemeClr val="bg2"/>
                </a:solidFill>
              </a:rPr>
              <a:t>●</a:t>
            </a:r>
            <a:r>
              <a:rPr lang="es-US" b="1" dirty="0" err="1">
                <a:solidFill>
                  <a:schemeClr val="bg2"/>
                </a:solidFill>
              </a:rPr>
              <a:t>Raul</a:t>
            </a:r>
            <a:r>
              <a:rPr lang="es-US" b="1" dirty="0">
                <a:solidFill>
                  <a:schemeClr val="bg2"/>
                </a:solidFill>
              </a:rPr>
              <a:t> </a:t>
            </a:r>
            <a:r>
              <a:rPr lang="es-US" b="1" dirty="0" err="1">
                <a:solidFill>
                  <a:schemeClr val="bg2"/>
                </a:solidFill>
              </a:rPr>
              <a:t>anriquez</a:t>
            </a:r>
            <a:r>
              <a:rPr lang="es-US" b="1" dirty="0">
                <a:solidFill>
                  <a:schemeClr val="bg2"/>
                </a:solidFill>
              </a:rPr>
              <a:t> </a:t>
            </a:r>
          </a:p>
        </p:txBody>
      </p:sp>
      <p:sp>
        <p:nvSpPr>
          <p:cNvPr id="5" name="Subtítulo 2">
            <a:extLst>
              <a:ext uri="{FF2B5EF4-FFF2-40B4-BE49-F238E27FC236}">
                <a16:creationId xmlns:a16="http://schemas.microsoft.com/office/drawing/2014/main" id="{3A96D1EB-1630-F046-19BB-5FAF4102CBDD}"/>
              </a:ext>
            </a:extLst>
          </p:cNvPr>
          <p:cNvSpPr>
            <a:spLocks noGrp="1"/>
          </p:cNvSpPr>
          <p:nvPr>
            <p:ph type="subTitle" idx="1"/>
          </p:nvPr>
        </p:nvSpPr>
        <p:spPr>
          <a:xfrm>
            <a:off x="4688403" y="3602038"/>
            <a:ext cx="5803384" cy="1420235"/>
          </a:xfrm>
        </p:spPr>
        <p:txBody>
          <a:bodyPr/>
          <a:lstStyle/>
          <a:p>
            <a:r>
              <a:rPr lang="es-US" dirty="0">
                <a:solidFill>
                  <a:schemeClr val="bg2"/>
                </a:solidFill>
              </a:rPr>
              <a:t>●</a:t>
            </a:r>
            <a:r>
              <a:rPr lang="es-US" i="1" dirty="0">
                <a:solidFill>
                  <a:schemeClr val="bg2"/>
                </a:solidFill>
              </a:rPr>
              <a:t>profesor</a:t>
            </a:r>
            <a:r>
              <a:rPr lang="es-US" dirty="0">
                <a:solidFill>
                  <a:schemeClr val="bg2"/>
                </a:solidFill>
              </a:rPr>
              <a:t>: </a:t>
            </a:r>
            <a:r>
              <a:rPr lang="es-US" b="1" dirty="0" err="1">
                <a:solidFill>
                  <a:schemeClr val="bg2"/>
                </a:solidFill>
              </a:rPr>
              <a:t>Angel</a:t>
            </a:r>
            <a:r>
              <a:rPr lang="es-US" b="1" dirty="0">
                <a:solidFill>
                  <a:schemeClr val="bg2"/>
                </a:solidFill>
              </a:rPr>
              <a:t> Leonardo Bianco</a:t>
            </a:r>
          </a:p>
          <a:p>
            <a:r>
              <a:rPr lang="es-US" dirty="0">
                <a:solidFill>
                  <a:schemeClr val="bg2"/>
                </a:solidFill>
              </a:rPr>
              <a:t>●</a:t>
            </a:r>
            <a:r>
              <a:rPr lang="es-US" i="1" dirty="0">
                <a:solidFill>
                  <a:schemeClr val="bg2"/>
                </a:solidFill>
              </a:rPr>
              <a:t>materia</a:t>
            </a:r>
            <a:r>
              <a:rPr lang="es-US" dirty="0">
                <a:solidFill>
                  <a:schemeClr val="bg2"/>
                </a:solidFill>
              </a:rPr>
              <a:t>: </a:t>
            </a:r>
            <a:r>
              <a:rPr lang="es-US" b="1" dirty="0">
                <a:solidFill>
                  <a:schemeClr val="bg2"/>
                </a:solidFill>
              </a:rPr>
              <a:t>estructura de datos</a:t>
            </a:r>
          </a:p>
          <a:p>
            <a:r>
              <a:rPr lang="es-US" b="1" dirty="0">
                <a:solidFill>
                  <a:schemeClr val="bg2"/>
                </a:solidFill>
              </a:rPr>
              <a:t>●</a:t>
            </a:r>
            <a:r>
              <a:rPr lang="es-US" dirty="0">
                <a:solidFill>
                  <a:schemeClr val="bg2"/>
                </a:solidFill>
              </a:rPr>
              <a:t>año:</a:t>
            </a:r>
            <a:r>
              <a:rPr lang="es-US" b="1" dirty="0">
                <a:solidFill>
                  <a:schemeClr val="bg2"/>
                </a:solidFill>
              </a:rPr>
              <a:t>2025</a:t>
            </a:r>
          </a:p>
        </p:txBody>
      </p:sp>
      <p:sp>
        <p:nvSpPr>
          <p:cNvPr id="7" name="Título 1">
            <a:extLst>
              <a:ext uri="{FF2B5EF4-FFF2-40B4-BE49-F238E27FC236}">
                <a16:creationId xmlns:a16="http://schemas.microsoft.com/office/drawing/2014/main" id="{DD20E52D-7E04-AA69-2A31-E32EC4946100}"/>
              </a:ext>
            </a:extLst>
          </p:cNvPr>
          <p:cNvSpPr>
            <a:spLocks noGrp="1"/>
          </p:cNvSpPr>
          <p:nvPr>
            <p:ph type="ctrTitle"/>
          </p:nvPr>
        </p:nvSpPr>
        <p:spPr>
          <a:xfrm>
            <a:off x="1492857" y="-1841564"/>
            <a:ext cx="10121673" cy="2492664"/>
          </a:xfrm>
        </p:spPr>
        <p:txBody>
          <a:bodyPr>
            <a:normAutofit/>
          </a:bodyPr>
          <a:lstStyle/>
          <a:p>
            <a:r>
              <a:rPr lang="es-US" sz="3200" b="1" i="1" dirty="0">
                <a:solidFill>
                  <a:schemeClr val="tx1">
                    <a:lumMod val="90000"/>
                  </a:schemeClr>
                </a:solidFill>
                <a:latin typeface="Arial" panose="020B0604020202020204" pitchFamily="34" charset="0"/>
                <a:cs typeface="Arial" panose="020B0604020202020204" pitchFamily="34" charset="0"/>
              </a:rPr>
              <a:t>Universidad Nacional </a:t>
            </a:r>
            <a:r>
              <a:rPr lang="es-US" sz="3200" b="1" i="1" dirty="0" err="1">
                <a:solidFill>
                  <a:schemeClr val="tx1">
                    <a:lumMod val="90000"/>
                  </a:schemeClr>
                </a:solidFill>
                <a:latin typeface="Arial" panose="020B0604020202020204" pitchFamily="34" charset="0"/>
                <a:cs typeface="Arial" panose="020B0604020202020204" pitchFamily="34" charset="0"/>
              </a:rPr>
              <a:t>guillermo</a:t>
            </a:r>
            <a:r>
              <a:rPr lang="es-US" sz="3200" b="1" i="1" dirty="0">
                <a:solidFill>
                  <a:schemeClr val="tx1">
                    <a:lumMod val="90000"/>
                  </a:schemeClr>
                </a:solidFill>
                <a:latin typeface="Arial" panose="020B0604020202020204" pitchFamily="34" charset="0"/>
                <a:cs typeface="Arial" panose="020B0604020202020204" pitchFamily="34" charset="0"/>
              </a:rPr>
              <a:t> </a:t>
            </a:r>
            <a:r>
              <a:rPr lang="es-US" sz="3200" b="1" i="1" dirty="0" err="1">
                <a:solidFill>
                  <a:schemeClr val="tx1">
                    <a:lumMod val="90000"/>
                  </a:schemeClr>
                </a:solidFill>
                <a:latin typeface="Arial" panose="020B0604020202020204" pitchFamily="34" charset="0"/>
                <a:cs typeface="Arial" panose="020B0604020202020204" pitchFamily="34" charset="0"/>
              </a:rPr>
              <a:t>brown</a:t>
            </a:r>
            <a:endParaRPr lang="es-US" sz="3200" b="1" i="1" dirty="0">
              <a:solidFill>
                <a:schemeClr val="tx1">
                  <a:lumMod val="9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703374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74872A0B-8668-4500-9509-EAA581B26C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10" name="Rectangle 9">
              <a:extLst>
                <a:ext uri="{FF2B5EF4-FFF2-40B4-BE49-F238E27FC236}">
                  <a16:creationId xmlns:a16="http://schemas.microsoft.com/office/drawing/2014/main" id="{8B504305-5526-408E-85F7-F0BA7E527C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2">
              <a:extLst>
                <a:ext uri="{FF2B5EF4-FFF2-40B4-BE49-F238E27FC236}">
                  <a16:creationId xmlns:a16="http://schemas.microsoft.com/office/drawing/2014/main" id="{5827CE64-2533-45A6-9A39-7D5052E5CEE0}"/>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6="http://schemas.microsoft.com/office/drawing/2014/main" xmlns:a14="http://schemas.microsoft.com/office/drawing/2010/main" xmlns:p14="http://schemas.microsoft.com/office/powerpoint/2010/main">
                  <a:solidFill>
                    <a:srgbClr val="FFFFFF"/>
                  </a:solidFill>
                </a14:hiddenFill>
              </a:ext>
            </a:extLst>
          </p:spPr>
        </p:pic>
      </p:grpSp>
      <p:sp>
        <p:nvSpPr>
          <p:cNvPr id="2" name="Título 1">
            <a:extLst>
              <a:ext uri="{FF2B5EF4-FFF2-40B4-BE49-F238E27FC236}">
                <a16:creationId xmlns:a16="http://schemas.microsoft.com/office/drawing/2014/main" id="{5D2BCA0B-1BCE-0A7E-D09C-ECC12D84204F}"/>
              </a:ext>
            </a:extLst>
          </p:cNvPr>
          <p:cNvSpPr>
            <a:spLocks noGrp="1"/>
          </p:cNvSpPr>
          <p:nvPr>
            <p:ph type="title"/>
          </p:nvPr>
        </p:nvSpPr>
        <p:spPr>
          <a:xfrm>
            <a:off x="6505575" y="75593"/>
            <a:ext cx="4598985" cy="1478570"/>
          </a:xfrm>
        </p:spPr>
        <p:txBody>
          <a:bodyPr/>
          <a:lstStyle/>
          <a:p>
            <a:r>
              <a:rPr lang="es-US" b="1" i="1" dirty="0">
                <a:solidFill>
                  <a:schemeClr val="tx1">
                    <a:lumMod val="90000"/>
                  </a:schemeClr>
                </a:solidFill>
              </a:rPr>
              <a:t>Introducción</a:t>
            </a:r>
          </a:p>
        </p:txBody>
      </p:sp>
      <p:pic>
        <p:nvPicPr>
          <p:cNvPr id="5" name="Picture 4" descr="Colorful envelopes">
            <a:extLst>
              <a:ext uri="{FF2B5EF4-FFF2-40B4-BE49-F238E27FC236}">
                <a16:creationId xmlns:a16="http://schemas.microsoft.com/office/drawing/2014/main" id="{4EDB4C44-346D-8063-8B22-72D46B6B8232}"/>
              </a:ext>
            </a:extLst>
          </p:cNvPr>
          <p:cNvPicPr>
            <a:picLocks noChangeAspect="1"/>
          </p:cNvPicPr>
          <p:nvPr/>
        </p:nvPicPr>
        <p:blipFill>
          <a:blip r:embed="rId4"/>
          <a:srcRect l="21140" r="19471" b="-1"/>
          <a:stretch>
            <a:fillRect/>
          </a:stretch>
        </p:blipFill>
        <p:spPr>
          <a:xfrm>
            <a:off x="-5597" y="10"/>
            <a:ext cx="6101597" cy="6857990"/>
          </a:xfrm>
          <a:prstGeom prst="rect">
            <a:avLst/>
          </a:prstGeom>
        </p:spPr>
      </p:pic>
      <p:grpSp>
        <p:nvGrpSpPr>
          <p:cNvPr id="13" name="Group 12">
            <a:extLst>
              <a:ext uri="{FF2B5EF4-FFF2-40B4-BE49-F238E27FC236}">
                <a16:creationId xmlns:a16="http://schemas.microsoft.com/office/drawing/2014/main" id="{240590EE-5428-41AA-95B2-96FCC1CE67A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solidFill>
            <a:schemeClr val="tx1">
              <a:alpha val="70000"/>
            </a:schemeClr>
          </a:solidFill>
          <a:effectLst/>
        </p:grpSpPr>
        <p:sp>
          <p:nvSpPr>
            <p:cNvPr id="14" name="Rectangle 13">
              <a:extLst>
                <a:ext uri="{FF2B5EF4-FFF2-40B4-BE49-F238E27FC236}">
                  <a16:creationId xmlns:a16="http://schemas.microsoft.com/office/drawing/2014/main" id="{494DCC55-99C6-45CF-B357-E3848C80934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s-US"/>
            </a:p>
          </p:txBody>
        </p:sp>
        <p:sp>
          <p:nvSpPr>
            <p:cNvPr id="15" name="Freeform 6">
              <a:extLst>
                <a:ext uri="{FF2B5EF4-FFF2-40B4-BE49-F238E27FC236}">
                  <a16:creationId xmlns:a16="http://schemas.microsoft.com/office/drawing/2014/main" id="{63D64E32-FF0C-4665-B9D8-D1ECAAE5BA4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US"/>
            </a:p>
          </p:txBody>
        </p:sp>
        <p:sp>
          <p:nvSpPr>
            <p:cNvPr id="16" name="Freeform 7">
              <a:extLst>
                <a:ext uri="{FF2B5EF4-FFF2-40B4-BE49-F238E27FC236}">
                  <a16:creationId xmlns:a16="http://schemas.microsoft.com/office/drawing/2014/main" id="{3675001D-3840-4589-8190-505A7F52F0A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US"/>
            </a:p>
          </p:txBody>
        </p:sp>
        <p:sp>
          <p:nvSpPr>
            <p:cNvPr id="17" name="Rectangle 16">
              <a:extLst>
                <a:ext uri="{FF2B5EF4-FFF2-40B4-BE49-F238E27FC236}">
                  <a16:creationId xmlns:a16="http://schemas.microsoft.com/office/drawing/2014/main" id="{19E34E87-395F-4023-A80E-D1CBAAEBD9B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s-US"/>
            </a:p>
          </p:txBody>
        </p:sp>
        <p:sp>
          <p:nvSpPr>
            <p:cNvPr id="18" name="Freeform 9">
              <a:extLst>
                <a:ext uri="{FF2B5EF4-FFF2-40B4-BE49-F238E27FC236}">
                  <a16:creationId xmlns:a16="http://schemas.microsoft.com/office/drawing/2014/main" id="{6FB1B38F-1B92-41C3-AA1D-6D6440FB0D7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US"/>
            </a:p>
          </p:txBody>
        </p:sp>
        <p:sp>
          <p:nvSpPr>
            <p:cNvPr id="19" name="Freeform 10">
              <a:extLst>
                <a:ext uri="{FF2B5EF4-FFF2-40B4-BE49-F238E27FC236}">
                  <a16:creationId xmlns:a16="http://schemas.microsoft.com/office/drawing/2014/main" id="{02FBE453-FBD2-4348-8DDA-4A023444EC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US"/>
            </a:p>
          </p:txBody>
        </p:sp>
        <p:sp>
          <p:nvSpPr>
            <p:cNvPr id="20" name="Freeform 11">
              <a:extLst>
                <a:ext uri="{FF2B5EF4-FFF2-40B4-BE49-F238E27FC236}">
                  <a16:creationId xmlns:a16="http://schemas.microsoft.com/office/drawing/2014/main" id="{60D719E8-BF78-4F42-B9D1-7F5E02A369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US"/>
            </a:p>
          </p:txBody>
        </p:sp>
        <p:sp>
          <p:nvSpPr>
            <p:cNvPr id="21" name="Freeform 12">
              <a:extLst>
                <a:ext uri="{FF2B5EF4-FFF2-40B4-BE49-F238E27FC236}">
                  <a16:creationId xmlns:a16="http://schemas.microsoft.com/office/drawing/2014/main" id="{5EC70737-9C19-4CF5-84DA-B22A960D53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US"/>
            </a:p>
          </p:txBody>
        </p:sp>
        <p:sp>
          <p:nvSpPr>
            <p:cNvPr id="22" name="Freeform 13">
              <a:extLst>
                <a:ext uri="{FF2B5EF4-FFF2-40B4-BE49-F238E27FC236}">
                  <a16:creationId xmlns:a16="http://schemas.microsoft.com/office/drawing/2014/main" id="{88FD042E-E56E-4360-9620-F811AB9A33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US"/>
            </a:p>
          </p:txBody>
        </p:sp>
        <p:sp>
          <p:nvSpPr>
            <p:cNvPr id="23" name="Freeform 14">
              <a:extLst>
                <a:ext uri="{FF2B5EF4-FFF2-40B4-BE49-F238E27FC236}">
                  <a16:creationId xmlns:a16="http://schemas.microsoft.com/office/drawing/2014/main" id="{18F15D2B-0812-46F6-B0F4-6A6714B543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US"/>
            </a:p>
          </p:txBody>
        </p:sp>
        <p:sp>
          <p:nvSpPr>
            <p:cNvPr id="24" name="Freeform 15">
              <a:extLst>
                <a:ext uri="{FF2B5EF4-FFF2-40B4-BE49-F238E27FC236}">
                  <a16:creationId xmlns:a16="http://schemas.microsoft.com/office/drawing/2014/main" id="{0C2F2A50-98DD-4F92-BDFE-B72E2357667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US"/>
            </a:p>
          </p:txBody>
        </p:sp>
        <p:sp>
          <p:nvSpPr>
            <p:cNvPr id="25" name="Freeform 16">
              <a:extLst>
                <a:ext uri="{FF2B5EF4-FFF2-40B4-BE49-F238E27FC236}">
                  <a16:creationId xmlns:a16="http://schemas.microsoft.com/office/drawing/2014/main" id="{473541D9-6DAE-4718-97D4-8952F4E7CC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US"/>
            </a:p>
          </p:txBody>
        </p:sp>
        <p:sp>
          <p:nvSpPr>
            <p:cNvPr id="26" name="Freeform 17">
              <a:extLst>
                <a:ext uri="{FF2B5EF4-FFF2-40B4-BE49-F238E27FC236}">
                  <a16:creationId xmlns:a16="http://schemas.microsoft.com/office/drawing/2014/main" id="{3A56C5E9-011C-44D2-AF94-3BF5420433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US"/>
            </a:p>
          </p:txBody>
        </p:sp>
        <p:sp>
          <p:nvSpPr>
            <p:cNvPr id="27" name="Freeform 18">
              <a:extLst>
                <a:ext uri="{FF2B5EF4-FFF2-40B4-BE49-F238E27FC236}">
                  <a16:creationId xmlns:a16="http://schemas.microsoft.com/office/drawing/2014/main" id="{CD279E0E-1CD5-4F41-96A5-3A09707E810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US"/>
            </a:p>
          </p:txBody>
        </p:sp>
        <p:sp>
          <p:nvSpPr>
            <p:cNvPr id="28" name="Freeform 19">
              <a:extLst>
                <a:ext uri="{FF2B5EF4-FFF2-40B4-BE49-F238E27FC236}">
                  <a16:creationId xmlns:a16="http://schemas.microsoft.com/office/drawing/2014/main" id="{F5A6F094-9E54-4985-8738-D2067A4F07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US"/>
            </a:p>
          </p:txBody>
        </p:sp>
        <p:sp>
          <p:nvSpPr>
            <p:cNvPr id="29" name="Freeform 20">
              <a:extLst>
                <a:ext uri="{FF2B5EF4-FFF2-40B4-BE49-F238E27FC236}">
                  <a16:creationId xmlns:a16="http://schemas.microsoft.com/office/drawing/2014/main" id="{99D51F59-FA93-490E-B9CF-97BB63747C9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US"/>
            </a:p>
          </p:txBody>
        </p:sp>
        <p:sp>
          <p:nvSpPr>
            <p:cNvPr id="30" name="Freeform 21">
              <a:extLst>
                <a:ext uri="{FF2B5EF4-FFF2-40B4-BE49-F238E27FC236}">
                  <a16:creationId xmlns:a16="http://schemas.microsoft.com/office/drawing/2014/main" id="{3CD83DC6-F4A0-4A4D-AAC3-83983F960DC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US"/>
            </a:p>
          </p:txBody>
        </p:sp>
        <p:sp>
          <p:nvSpPr>
            <p:cNvPr id="31" name="Freeform 22">
              <a:extLst>
                <a:ext uri="{FF2B5EF4-FFF2-40B4-BE49-F238E27FC236}">
                  <a16:creationId xmlns:a16="http://schemas.microsoft.com/office/drawing/2014/main" id="{6E9B4028-C74F-4631-8312-68B30E6E62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US"/>
            </a:p>
          </p:txBody>
        </p:sp>
        <p:sp>
          <p:nvSpPr>
            <p:cNvPr id="32" name="Freeform 23">
              <a:extLst>
                <a:ext uri="{FF2B5EF4-FFF2-40B4-BE49-F238E27FC236}">
                  <a16:creationId xmlns:a16="http://schemas.microsoft.com/office/drawing/2014/main" id="{1E3337C9-1DDE-4E2E-8519-7D2C23C95FE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US"/>
            </a:p>
          </p:txBody>
        </p:sp>
        <p:sp>
          <p:nvSpPr>
            <p:cNvPr id="33" name="Freeform 24">
              <a:extLst>
                <a:ext uri="{FF2B5EF4-FFF2-40B4-BE49-F238E27FC236}">
                  <a16:creationId xmlns:a16="http://schemas.microsoft.com/office/drawing/2014/main" id="{754A526E-6EC0-458A-9C4C-008F6749CDD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US"/>
            </a:p>
          </p:txBody>
        </p:sp>
        <p:sp>
          <p:nvSpPr>
            <p:cNvPr id="34" name="Freeform 25">
              <a:extLst>
                <a:ext uri="{FF2B5EF4-FFF2-40B4-BE49-F238E27FC236}">
                  <a16:creationId xmlns:a16="http://schemas.microsoft.com/office/drawing/2014/main" id="{6A3DA723-7448-48CF-8BD2-FED2D4FED5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US"/>
            </a:p>
          </p:txBody>
        </p:sp>
        <p:sp>
          <p:nvSpPr>
            <p:cNvPr id="35" name="Freeform 26">
              <a:extLst>
                <a:ext uri="{FF2B5EF4-FFF2-40B4-BE49-F238E27FC236}">
                  <a16:creationId xmlns:a16="http://schemas.microsoft.com/office/drawing/2014/main" id="{9B506EC1-D8A8-4532-B78B-A236567EE05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US"/>
            </a:p>
          </p:txBody>
        </p:sp>
        <p:sp>
          <p:nvSpPr>
            <p:cNvPr id="36" name="Freeform 27">
              <a:extLst>
                <a:ext uri="{FF2B5EF4-FFF2-40B4-BE49-F238E27FC236}">
                  <a16:creationId xmlns:a16="http://schemas.microsoft.com/office/drawing/2014/main" id="{AA9DFB36-74F4-4977-ABC5-3257EDA331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US"/>
            </a:p>
          </p:txBody>
        </p:sp>
        <p:sp>
          <p:nvSpPr>
            <p:cNvPr id="37" name="Freeform 28">
              <a:extLst>
                <a:ext uri="{FF2B5EF4-FFF2-40B4-BE49-F238E27FC236}">
                  <a16:creationId xmlns:a16="http://schemas.microsoft.com/office/drawing/2014/main" id="{966A7FBA-BB79-4AF0-90C2-5F2BC9F2D1D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US"/>
            </a:p>
          </p:txBody>
        </p:sp>
        <p:sp>
          <p:nvSpPr>
            <p:cNvPr id="38" name="Freeform 29">
              <a:extLst>
                <a:ext uri="{FF2B5EF4-FFF2-40B4-BE49-F238E27FC236}">
                  <a16:creationId xmlns:a16="http://schemas.microsoft.com/office/drawing/2014/main" id="{23BB8A47-FF1B-44E5-8D93-7ADF37F1D7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US"/>
            </a:p>
          </p:txBody>
        </p:sp>
        <p:sp>
          <p:nvSpPr>
            <p:cNvPr id="39" name="Freeform 30">
              <a:extLst>
                <a:ext uri="{FF2B5EF4-FFF2-40B4-BE49-F238E27FC236}">
                  <a16:creationId xmlns:a16="http://schemas.microsoft.com/office/drawing/2014/main" id="{E463E1B7-7BED-4425-95B7-F6F75F87335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US"/>
            </a:p>
          </p:txBody>
        </p:sp>
        <p:sp>
          <p:nvSpPr>
            <p:cNvPr id="40" name="Freeform 31">
              <a:extLst>
                <a:ext uri="{FF2B5EF4-FFF2-40B4-BE49-F238E27FC236}">
                  <a16:creationId xmlns:a16="http://schemas.microsoft.com/office/drawing/2014/main" id="{749D0675-4397-4610-9807-2F7C1CC942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US"/>
            </a:p>
          </p:txBody>
        </p:sp>
        <p:sp>
          <p:nvSpPr>
            <p:cNvPr id="41" name="Freeform 32">
              <a:extLst>
                <a:ext uri="{FF2B5EF4-FFF2-40B4-BE49-F238E27FC236}">
                  <a16:creationId xmlns:a16="http://schemas.microsoft.com/office/drawing/2014/main" id="{DE7617CF-8919-43C3-9557-08D67C7DAF2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US"/>
            </a:p>
          </p:txBody>
        </p:sp>
        <p:sp>
          <p:nvSpPr>
            <p:cNvPr id="42" name="Rectangle 41">
              <a:extLst>
                <a:ext uri="{FF2B5EF4-FFF2-40B4-BE49-F238E27FC236}">
                  <a16:creationId xmlns:a16="http://schemas.microsoft.com/office/drawing/2014/main" id="{3DB68720-7E37-4930-9900-8632140D62B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s-US"/>
            </a:p>
          </p:txBody>
        </p:sp>
        <p:sp>
          <p:nvSpPr>
            <p:cNvPr id="43" name="Freeform 34">
              <a:extLst>
                <a:ext uri="{FF2B5EF4-FFF2-40B4-BE49-F238E27FC236}">
                  <a16:creationId xmlns:a16="http://schemas.microsoft.com/office/drawing/2014/main" id="{202F13DF-5B76-468E-A95E-80780788BD0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US"/>
            </a:p>
          </p:txBody>
        </p:sp>
        <p:sp>
          <p:nvSpPr>
            <p:cNvPr id="44" name="Freeform 35">
              <a:extLst>
                <a:ext uri="{FF2B5EF4-FFF2-40B4-BE49-F238E27FC236}">
                  <a16:creationId xmlns:a16="http://schemas.microsoft.com/office/drawing/2014/main" id="{219143C2-6062-4C2C-9563-6534108E35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US"/>
            </a:p>
          </p:txBody>
        </p:sp>
        <p:sp>
          <p:nvSpPr>
            <p:cNvPr id="45" name="Freeform 36">
              <a:extLst>
                <a:ext uri="{FF2B5EF4-FFF2-40B4-BE49-F238E27FC236}">
                  <a16:creationId xmlns:a16="http://schemas.microsoft.com/office/drawing/2014/main" id="{38413A0C-26DB-479B-B747-1D81361007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US"/>
            </a:p>
          </p:txBody>
        </p:sp>
        <p:sp>
          <p:nvSpPr>
            <p:cNvPr id="46" name="Freeform 37">
              <a:extLst>
                <a:ext uri="{FF2B5EF4-FFF2-40B4-BE49-F238E27FC236}">
                  <a16:creationId xmlns:a16="http://schemas.microsoft.com/office/drawing/2014/main" id="{CB526B5F-4FAA-4B4C-8AF8-B98EC74A3D2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US"/>
            </a:p>
          </p:txBody>
        </p:sp>
        <p:sp>
          <p:nvSpPr>
            <p:cNvPr id="47" name="Freeform 38">
              <a:extLst>
                <a:ext uri="{FF2B5EF4-FFF2-40B4-BE49-F238E27FC236}">
                  <a16:creationId xmlns:a16="http://schemas.microsoft.com/office/drawing/2014/main" id="{54FFF88E-6D69-4AE9-8378-D16419155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US"/>
            </a:p>
          </p:txBody>
        </p:sp>
        <p:sp>
          <p:nvSpPr>
            <p:cNvPr id="48" name="Freeform 39">
              <a:extLst>
                <a:ext uri="{FF2B5EF4-FFF2-40B4-BE49-F238E27FC236}">
                  <a16:creationId xmlns:a16="http://schemas.microsoft.com/office/drawing/2014/main" id="{8008115A-CE00-4E36-BAF1-B511F21E8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US"/>
            </a:p>
          </p:txBody>
        </p:sp>
        <p:sp>
          <p:nvSpPr>
            <p:cNvPr id="49" name="Freeform 40">
              <a:extLst>
                <a:ext uri="{FF2B5EF4-FFF2-40B4-BE49-F238E27FC236}">
                  <a16:creationId xmlns:a16="http://schemas.microsoft.com/office/drawing/2014/main" id="{2935DB29-6F85-47D8-863C-11386389DBF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US"/>
            </a:p>
          </p:txBody>
        </p:sp>
        <p:sp>
          <p:nvSpPr>
            <p:cNvPr id="50" name="Freeform 41">
              <a:extLst>
                <a:ext uri="{FF2B5EF4-FFF2-40B4-BE49-F238E27FC236}">
                  <a16:creationId xmlns:a16="http://schemas.microsoft.com/office/drawing/2014/main" id="{4FB8E51B-1AC1-4671-B181-473C29BECD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US"/>
            </a:p>
          </p:txBody>
        </p:sp>
        <p:sp>
          <p:nvSpPr>
            <p:cNvPr id="51" name="Freeform 42">
              <a:extLst>
                <a:ext uri="{FF2B5EF4-FFF2-40B4-BE49-F238E27FC236}">
                  <a16:creationId xmlns:a16="http://schemas.microsoft.com/office/drawing/2014/main" id="{91E6AE4F-959F-4ED7-A199-8C0307E40EA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US"/>
            </a:p>
          </p:txBody>
        </p:sp>
        <p:sp>
          <p:nvSpPr>
            <p:cNvPr id="52" name="Freeform 43">
              <a:extLst>
                <a:ext uri="{FF2B5EF4-FFF2-40B4-BE49-F238E27FC236}">
                  <a16:creationId xmlns:a16="http://schemas.microsoft.com/office/drawing/2014/main" id="{A0445E55-0009-44A5-AA6A-350D9D48A2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US"/>
            </a:p>
          </p:txBody>
        </p:sp>
        <p:sp>
          <p:nvSpPr>
            <p:cNvPr id="53" name="Freeform 44">
              <a:extLst>
                <a:ext uri="{FF2B5EF4-FFF2-40B4-BE49-F238E27FC236}">
                  <a16:creationId xmlns:a16="http://schemas.microsoft.com/office/drawing/2014/main" id="{B5291C75-4ECA-4829-B824-5725C329057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US"/>
            </a:p>
          </p:txBody>
        </p:sp>
        <p:sp>
          <p:nvSpPr>
            <p:cNvPr id="54" name="Rectangle 53">
              <a:extLst>
                <a:ext uri="{FF2B5EF4-FFF2-40B4-BE49-F238E27FC236}">
                  <a16:creationId xmlns:a16="http://schemas.microsoft.com/office/drawing/2014/main" id="{6793376D-3E7C-4F04-8BC8-EC4820622BE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s-US"/>
            </a:p>
          </p:txBody>
        </p:sp>
        <p:sp>
          <p:nvSpPr>
            <p:cNvPr id="55" name="Freeform 46">
              <a:extLst>
                <a:ext uri="{FF2B5EF4-FFF2-40B4-BE49-F238E27FC236}">
                  <a16:creationId xmlns:a16="http://schemas.microsoft.com/office/drawing/2014/main" id="{3596510A-5528-445D-AFEA-6E3F89BA84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US"/>
            </a:p>
          </p:txBody>
        </p:sp>
        <p:sp>
          <p:nvSpPr>
            <p:cNvPr id="56" name="Freeform 47">
              <a:extLst>
                <a:ext uri="{FF2B5EF4-FFF2-40B4-BE49-F238E27FC236}">
                  <a16:creationId xmlns:a16="http://schemas.microsoft.com/office/drawing/2014/main" id="{E1B69479-D8C9-4E2E-A931-4D49C4FD76D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US"/>
            </a:p>
          </p:txBody>
        </p:sp>
        <p:sp>
          <p:nvSpPr>
            <p:cNvPr id="57" name="Freeform 48">
              <a:extLst>
                <a:ext uri="{FF2B5EF4-FFF2-40B4-BE49-F238E27FC236}">
                  <a16:creationId xmlns:a16="http://schemas.microsoft.com/office/drawing/2014/main" id="{0A759A2E-A8B1-44C8-B3F9-A16714C895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US"/>
            </a:p>
          </p:txBody>
        </p:sp>
        <p:sp>
          <p:nvSpPr>
            <p:cNvPr id="58" name="Freeform 49">
              <a:extLst>
                <a:ext uri="{FF2B5EF4-FFF2-40B4-BE49-F238E27FC236}">
                  <a16:creationId xmlns:a16="http://schemas.microsoft.com/office/drawing/2014/main" id="{6C2B3B3C-1DC9-4352-BB73-801976C8F51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US"/>
            </a:p>
          </p:txBody>
        </p:sp>
        <p:sp>
          <p:nvSpPr>
            <p:cNvPr id="59" name="Freeform 50">
              <a:extLst>
                <a:ext uri="{FF2B5EF4-FFF2-40B4-BE49-F238E27FC236}">
                  <a16:creationId xmlns:a16="http://schemas.microsoft.com/office/drawing/2014/main" id="{EE22E3A8-5789-4189-9AC7-98D6826B03D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US"/>
            </a:p>
          </p:txBody>
        </p:sp>
        <p:sp>
          <p:nvSpPr>
            <p:cNvPr id="60" name="Freeform 51">
              <a:extLst>
                <a:ext uri="{FF2B5EF4-FFF2-40B4-BE49-F238E27FC236}">
                  <a16:creationId xmlns:a16="http://schemas.microsoft.com/office/drawing/2014/main" id="{9AC0FC74-D003-4D0D-9CAF-F6A03739E2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US"/>
            </a:p>
          </p:txBody>
        </p:sp>
        <p:sp>
          <p:nvSpPr>
            <p:cNvPr id="61" name="Freeform 52">
              <a:extLst>
                <a:ext uri="{FF2B5EF4-FFF2-40B4-BE49-F238E27FC236}">
                  <a16:creationId xmlns:a16="http://schemas.microsoft.com/office/drawing/2014/main" id="{126C2057-02E1-4348-ABEB-EAC063A17E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US"/>
            </a:p>
          </p:txBody>
        </p:sp>
        <p:sp>
          <p:nvSpPr>
            <p:cNvPr id="62" name="Freeform 53">
              <a:extLst>
                <a:ext uri="{FF2B5EF4-FFF2-40B4-BE49-F238E27FC236}">
                  <a16:creationId xmlns:a16="http://schemas.microsoft.com/office/drawing/2014/main" id="{5150586D-D743-4392-844F-F2AFCCE6493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US"/>
            </a:p>
          </p:txBody>
        </p:sp>
        <p:sp>
          <p:nvSpPr>
            <p:cNvPr id="63" name="Freeform 54">
              <a:extLst>
                <a:ext uri="{FF2B5EF4-FFF2-40B4-BE49-F238E27FC236}">
                  <a16:creationId xmlns:a16="http://schemas.microsoft.com/office/drawing/2014/main" id="{9E5B157A-534E-4879-8013-D02864E76F5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US"/>
            </a:p>
          </p:txBody>
        </p:sp>
        <p:sp>
          <p:nvSpPr>
            <p:cNvPr id="64" name="Freeform 55">
              <a:extLst>
                <a:ext uri="{FF2B5EF4-FFF2-40B4-BE49-F238E27FC236}">
                  <a16:creationId xmlns:a16="http://schemas.microsoft.com/office/drawing/2014/main" id="{CEE2DD73-7E8C-4F26-8E93-8C32D11B26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US"/>
            </a:p>
          </p:txBody>
        </p:sp>
        <p:sp>
          <p:nvSpPr>
            <p:cNvPr id="65" name="Freeform 56">
              <a:extLst>
                <a:ext uri="{FF2B5EF4-FFF2-40B4-BE49-F238E27FC236}">
                  <a16:creationId xmlns:a16="http://schemas.microsoft.com/office/drawing/2014/main" id="{908CAC5F-DD8E-4A58-BD4C-6D8D29FA492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US"/>
            </a:p>
          </p:txBody>
        </p:sp>
        <p:sp>
          <p:nvSpPr>
            <p:cNvPr id="66" name="Freeform 57">
              <a:extLst>
                <a:ext uri="{FF2B5EF4-FFF2-40B4-BE49-F238E27FC236}">
                  <a16:creationId xmlns:a16="http://schemas.microsoft.com/office/drawing/2014/main" id="{20F130CF-281E-408C-9884-5F8B22CA1D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US"/>
            </a:p>
          </p:txBody>
        </p:sp>
        <p:sp>
          <p:nvSpPr>
            <p:cNvPr id="67" name="Freeform 58">
              <a:extLst>
                <a:ext uri="{FF2B5EF4-FFF2-40B4-BE49-F238E27FC236}">
                  <a16:creationId xmlns:a16="http://schemas.microsoft.com/office/drawing/2014/main" id="{3BC78068-9115-4D5D-9B2B-6F9BD9C296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US"/>
            </a:p>
          </p:txBody>
        </p:sp>
      </p:grpSp>
      <p:sp>
        <p:nvSpPr>
          <p:cNvPr id="3" name="Marcador de contenido 2">
            <a:extLst>
              <a:ext uri="{FF2B5EF4-FFF2-40B4-BE49-F238E27FC236}">
                <a16:creationId xmlns:a16="http://schemas.microsoft.com/office/drawing/2014/main" id="{11545D04-17B3-320B-81A1-1657D93106C8}"/>
              </a:ext>
            </a:extLst>
          </p:cNvPr>
          <p:cNvSpPr>
            <a:spLocks noGrp="1"/>
          </p:cNvSpPr>
          <p:nvPr>
            <p:ph idx="1"/>
          </p:nvPr>
        </p:nvSpPr>
        <p:spPr>
          <a:xfrm>
            <a:off x="6472237" y="1420813"/>
            <a:ext cx="4598986" cy="3541714"/>
          </a:xfrm>
        </p:spPr>
        <p:txBody>
          <a:bodyPr>
            <a:normAutofit fontScale="55000" lnSpcReduction="20000"/>
          </a:bodyPr>
          <a:lstStyle/>
          <a:p>
            <a:pPr marL="0" indent="0">
              <a:buNone/>
            </a:pPr>
            <a:r>
              <a:rPr lang="es-US" dirty="0"/>
              <a:t>Desarrollamos un cliente de correo con la capacidad de gestionar mensajes, carpetas y prioridades, simulando el funcionamiento básico de un sistema de correo electrónico.
Además, implementamos funcionalidades que permiten organizar la bandeja del usuario, realizar búsquedas y administrar el contenido de manera eficiente.
También incorporamos una simulación del envío de mensajes entre distintos servidores, utilizando una red modelada como un grafo dirigido y un recorrido BFS, lo que permite mostrar cómo un correo puede viajar a través de varios dominios hasta llegar a su destino.</a:t>
            </a:r>
          </a:p>
        </p:txBody>
      </p:sp>
      <p:pic>
        <p:nvPicPr>
          <p:cNvPr id="6" name="Picture 4" descr="Colorful envelopes">
            <a:extLst>
              <a:ext uri="{FF2B5EF4-FFF2-40B4-BE49-F238E27FC236}">
                <a16:creationId xmlns:a16="http://schemas.microsoft.com/office/drawing/2014/main" id="{11FE2B68-2396-97CF-AAE1-84282DB9E6C7}"/>
              </a:ext>
            </a:extLst>
          </p:cNvPr>
          <p:cNvPicPr>
            <a:picLocks noChangeAspect="1"/>
          </p:cNvPicPr>
          <p:nvPr/>
        </p:nvPicPr>
        <p:blipFill>
          <a:blip r:embed="rId4"/>
          <a:srcRect l="21140" r="19471" b="-1"/>
          <a:stretch>
            <a:fillRect/>
          </a:stretch>
        </p:blipFill>
        <p:spPr>
          <a:xfrm>
            <a:off x="-38934" y="-19040"/>
            <a:ext cx="6101597" cy="6857990"/>
          </a:xfrm>
          <a:prstGeom prst="rect">
            <a:avLst/>
          </a:prstGeom>
        </p:spPr>
      </p:pic>
    </p:spTree>
    <p:extLst>
      <p:ext uri="{BB962C8B-B14F-4D97-AF65-F5344CB8AC3E}">
        <p14:creationId xmlns:p14="http://schemas.microsoft.com/office/powerpoint/2010/main" val="1014289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E70F2D3-F318-C1F3-08A5-B18A841E6A9B}"/>
              </a:ext>
            </a:extLst>
          </p:cNvPr>
          <p:cNvSpPr>
            <a:spLocks noGrp="1"/>
          </p:cNvSpPr>
          <p:nvPr>
            <p:ph type="title"/>
          </p:nvPr>
        </p:nvSpPr>
        <p:spPr>
          <a:xfrm>
            <a:off x="1143001" y="-221106"/>
            <a:ext cx="9905998" cy="1478570"/>
          </a:xfrm>
        </p:spPr>
        <p:txBody>
          <a:bodyPr/>
          <a:lstStyle/>
          <a:p>
            <a:pPr algn="ctr"/>
            <a:r>
              <a:rPr lang="es-US"/>
              <a:t>Arquitectura del Sistema</a:t>
            </a:r>
          </a:p>
        </p:txBody>
      </p:sp>
      <p:sp>
        <p:nvSpPr>
          <p:cNvPr id="3" name="CuadroTexto 2">
            <a:extLst>
              <a:ext uri="{FF2B5EF4-FFF2-40B4-BE49-F238E27FC236}">
                <a16:creationId xmlns:a16="http://schemas.microsoft.com/office/drawing/2014/main" id="{AE9C87D3-F926-0474-4021-46CABC6BEC7B}"/>
              </a:ext>
            </a:extLst>
          </p:cNvPr>
          <p:cNvSpPr txBox="1"/>
          <p:nvPr/>
        </p:nvSpPr>
        <p:spPr>
          <a:xfrm>
            <a:off x="5799666" y="2362097"/>
            <a:ext cx="4718215" cy="2398816"/>
          </a:xfrm>
          <a:prstGeom prst="rect">
            <a:avLst/>
          </a:prstGeom>
          <a:noFill/>
        </p:spPr>
        <p:txBody>
          <a:bodyPr wrap="square" rtlCol="0">
            <a:spAutoFit/>
          </a:bodyPr>
          <a:lstStyle/>
          <a:p>
            <a:pPr algn="l"/>
            <a:endParaRPr lang="es-US" dirty="0"/>
          </a:p>
        </p:txBody>
      </p:sp>
      <p:graphicFrame>
        <p:nvGraphicFramePr>
          <p:cNvPr id="117" name="Marcador de contenido 2">
            <a:extLst>
              <a:ext uri="{FF2B5EF4-FFF2-40B4-BE49-F238E27FC236}">
                <a16:creationId xmlns:a16="http://schemas.microsoft.com/office/drawing/2014/main" id="{A261F760-F3E0-3AE9-BEEA-95048B5341A4}"/>
              </a:ext>
            </a:extLst>
          </p:cNvPr>
          <p:cNvGraphicFramePr>
            <a:graphicFrameLocks noGrp="1"/>
          </p:cNvGraphicFramePr>
          <p:nvPr>
            <p:ph idx="1"/>
            <p:extLst>
              <p:ext uri="{D42A27DB-BD31-4B8C-83A1-F6EECF244321}">
                <p14:modId xmlns:p14="http://schemas.microsoft.com/office/powerpoint/2010/main" val="3249053657"/>
              </p:ext>
            </p:extLst>
          </p:nvPr>
        </p:nvGraphicFramePr>
        <p:xfrm>
          <a:off x="2032062" y="1257464"/>
          <a:ext cx="8643361" cy="385948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51348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C1319DD7-163E-1834-BADA-1B6B52EC5E16}"/>
              </a:ext>
            </a:extLst>
          </p:cNvPr>
          <p:cNvPicPr>
            <a:picLocks noChangeAspect="1"/>
          </p:cNvPicPr>
          <p:nvPr/>
        </p:nvPicPr>
        <p:blipFill>
          <a:blip r:embed="rId2"/>
          <a:srcRect t="460" r="3" b="1453"/>
          <a:stretch>
            <a:fillRect/>
          </a:stretch>
        </p:blipFill>
        <p:spPr>
          <a:xfrm>
            <a:off x="729839" y="804058"/>
            <a:ext cx="11244448" cy="5714999"/>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pic>
        <p:nvPicPr>
          <p:cNvPr id="3" name="Imagen 2">
            <a:extLst>
              <a:ext uri="{FF2B5EF4-FFF2-40B4-BE49-F238E27FC236}">
                <a16:creationId xmlns:a16="http://schemas.microsoft.com/office/drawing/2014/main" id="{D12C5BB5-C40A-7956-C286-3369BABF7919}"/>
              </a:ext>
            </a:extLst>
          </p:cNvPr>
          <p:cNvPicPr>
            <a:picLocks noChangeAspect="1"/>
          </p:cNvPicPr>
          <p:nvPr/>
        </p:nvPicPr>
        <p:blipFill>
          <a:blip r:embed="rId3"/>
          <a:stretch>
            <a:fillRect/>
          </a:stretch>
        </p:blipFill>
        <p:spPr>
          <a:xfrm>
            <a:off x="-126543" y="0"/>
            <a:ext cx="12318543" cy="6830443"/>
          </a:xfrm>
          <a:prstGeom prst="rect">
            <a:avLst/>
          </a:prstGeom>
        </p:spPr>
      </p:pic>
    </p:spTree>
    <p:extLst>
      <p:ext uri="{BB962C8B-B14F-4D97-AF65-F5344CB8AC3E}">
        <p14:creationId xmlns:p14="http://schemas.microsoft.com/office/powerpoint/2010/main" val="32117813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8000"/>
                <a:hueMod val="94000"/>
                <a:satMod val="148000"/>
                <a:lumMod val="150000"/>
              </a:schemeClr>
            </a:gs>
            <a:gs pos="100000">
              <a:schemeClr val="bg2">
                <a:shade val="92000"/>
                <a:hueMod val="104000"/>
                <a:satMod val="140000"/>
                <a:lumMod val="68000"/>
              </a:schemeClr>
            </a:gs>
          </a:gsLst>
          <a:lin ang="5040000" scaled="0"/>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EF4763-EB4A-4A35-89EB-AD2763B48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C74D7F6-A039-1641-DFC6-2EF7D21DA9C8}"/>
              </a:ext>
            </a:extLst>
          </p:cNvPr>
          <p:cNvSpPr>
            <a:spLocks noGrp="1"/>
          </p:cNvSpPr>
          <p:nvPr>
            <p:ph type="title"/>
          </p:nvPr>
        </p:nvSpPr>
        <p:spPr>
          <a:xfrm>
            <a:off x="1141413" y="618518"/>
            <a:ext cx="9905998" cy="1478570"/>
          </a:xfrm>
        </p:spPr>
        <p:txBody>
          <a:bodyPr/>
          <a:lstStyle/>
          <a:p>
            <a:r>
              <a:rPr lang="es-US" dirty="0"/>
              <a:t>Clases principales </a:t>
            </a:r>
          </a:p>
        </p:txBody>
      </p:sp>
      <p:graphicFrame>
        <p:nvGraphicFramePr>
          <p:cNvPr id="5" name="Marcador de contenido 2">
            <a:extLst>
              <a:ext uri="{FF2B5EF4-FFF2-40B4-BE49-F238E27FC236}">
                <a16:creationId xmlns:a16="http://schemas.microsoft.com/office/drawing/2014/main" id="{ABB6F30E-182E-9DEF-5356-EDA13C056E26}"/>
              </a:ext>
            </a:extLst>
          </p:cNvPr>
          <p:cNvGraphicFramePr>
            <a:graphicFrameLocks noGrp="1"/>
          </p:cNvGraphicFramePr>
          <p:nvPr>
            <p:ph idx="1"/>
            <p:extLst>
              <p:ext uri="{D42A27DB-BD31-4B8C-83A1-F6EECF244321}">
                <p14:modId xmlns:p14="http://schemas.microsoft.com/office/powerpoint/2010/main" val="1327269154"/>
              </p:ext>
            </p:extLst>
          </p:nvPr>
        </p:nvGraphicFramePr>
        <p:xfrm>
          <a:off x="1141411" y="2440771"/>
          <a:ext cx="9905999" cy="35848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322955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102263-E386-F939-86ED-57558DD96A64}"/>
              </a:ext>
            </a:extLst>
          </p:cNvPr>
          <p:cNvSpPr>
            <a:spLocks noGrp="1"/>
          </p:cNvSpPr>
          <p:nvPr>
            <p:ph type="title"/>
          </p:nvPr>
        </p:nvSpPr>
        <p:spPr>
          <a:xfrm>
            <a:off x="6732711" y="1521538"/>
            <a:ext cx="9905998" cy="1478570"/>
          </a:xfrm>
        </p:spPr>
        <p:txBody>
          <a:bodyPr/>
          <a:lstStyle/>
          <a:p>
            <a:r>
              <a:rPr lang="es-US"/>
              <a:t>Diagrama uml</a:t>
            </a:r>
            <a:endParaRPr lang="es-US" dirty="0"/>
          </a:p>
        </p:txBody>
      </p:sp>
      <p:pic>
        <p:nvPicPr>
          <p:cNvPr id="4" name="Imagen 3">
            <a:extLst>
              <a:ext uri="{FF2B5EF4-FFF2-40B4-BE49-F238E27FC236}">
                <a16:creationId xmlns:a16="http://schemas.microsoft.com/office/drawing/2014/main" id="{2B7FA8CF-E650-2EB9-DF77-90F42266A2A3}"/>
              </a:ext>
            </a:extLst>
          </p:cNvPr>
          <p:cNvPicPr>
            <a:picLocks noChangeAspect="1"/>
          </p:cNvPicPr>
          <p:nvPr/>
        </p:nvPicPr>
        <p:blipFill>
          <a:blip r:embed="rId2"/>
          <a:stretch>
            <a:fillRect/>
          </a:stretch>
        </p:blipFill>
        <p:spPr>
          <a:xfrm>
            <a:off x="-1" y="-30850"/>
            <a:ext cx="5789221" cy="6833246"/>
          </a:xfrm>
          <a:prstGeom prst="rect">
            <a:avLst/>
          </a:prstGeom>
        </p:spPr>
      </p:pic>
    </p:spTree>
    <p:extLst>
      <p:ext uri="{BB962C8B-B14F-4D97-AF65-F5344CB8AC3E}">
        <p14:creationId xmlns:p14="http://schemas.microsoft.com/office/powerpoint/2010/main" val="29768847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1"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2"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s-US"/>
            </a:p>
          </p:txBody>
        </p:sp>
        <p:sp>
          <p:nvSpPr>
            <p:cNvPr id="43"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US"/>
            </a:p>
          </p:txBody>
        </p:sp>
        <p:sp>
          <p:nvSpPr>
            <p:cNvPr id="44"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US"/>
            </a:p>
          </p:txBody>
        </p:sp>
        <p:sp>
          <p:nvSpPr>
            <p:cNvPr id="45"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US"/>
            </a:p>
          </p:txBody>
        </p:sp>
        <p:sp>
          <p:nvSpPr>
            <p:cNvPr id="46"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US"/>
            </a:p>
          </p:txBody>
        </p:sp>
        <p:sp>
          <p:nvSpPr>
            <p:cNvPr id="47"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US"/>
            </a:p>
          </p:txBody>
        </p:sp>
        <p:sp>
          <p:nvSpPr>
            <p:cNvPr id="48"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US"/>
            </a:p>
          </p:txBody>
        </p:sp>
        <p:sp>
          <p:nvSpPr>
            <p:cNvPr id="49"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US"/>
            </a:p>
          </p:txBody>
        </p:sp>
        <p:sp>
          <p:nvSpPr>
            <p:cNvPr id="50"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US"/>
            </a:p>
          </p:txBody>
        </p:sp>
        <p:sp>
          <p:nvSpPr>
            <p:cNvPr id="51"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US"/>
            </a:p>
          </p:txBody>
        </p:sp>
        <p:sp>
          <p:nvSpPr>
            <p:cNvPr id="52"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US"/>
            </a:p>
          </p:txBody>
        </p:sp>
        <p:sp>
          <p:nvSpPr>
            <p:cNvPr id="53"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s-US"/>
            </a:p>
          </p:txBody>
        </p:sp>
        <p:sp>
          <p:nvSpPr>
            <p:cNvPr id="54"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US"/>
            </a:p>
          </p:txBody>
        </p:sp>
        <p:sp>
          <p:nvSpPr>
            <p:cNvPr id="55"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US"/>
            </a:p>
          </p:txBody>
        </p:sp>
        <p:sp>
          <p:nvSpPr>
            <p:cNvPr id="56"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US"/>
            </a:p>
          </p:txBody>
        </p:sp>
        <p:sp>
          <p:nvSpPr>
            <p:cNvPr id="57"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US"/>
            </a:p>
          </p:txBody>
        </p:sp>
        <p:sp>
          <p:nvSpPr>
            <p:cNvPr id="58"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s-US"/>
            </a:p>
          </p:txBody>
        </p:sp>
        <p:sp>
          <p:nvSpPr>
            <p:cNvPr id="59"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US"/>
            </a:p>
          </p:txBody>
        </p:sp>
        <p:sp>
          <p:nvSpPr>
            <p:cNvPr id="60"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US"/>
            </a:p>
          </p:txBody>
        </p:sp>
        <p:sp>
          <p:nvSpPr>
            <p:cNvPr id="61"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US"/>
            </a:p>
          </p:txBody>
        </p:sp>
        <p:sp>
          <p:nvSpPr>
            <p:cNvPr id="62"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US"/>
            </a:p>
          </p:txBody>
        </p:sp>
        <p:sp>
          <p:nvSpPr>
            <p:cNvPr id="63"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US"/>
            </a:p>
          </p:txBody>
        </p:sp>
        <p:sp>
          <p:nvSpPr>
            <p:cNvPr id="64"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US"/>
            </a:p>
          </p:txBody>
        </p:sp>
        <p:sp>
          <p:nvSpPr>
            <p:cNvPr id="65"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US"/>
            </a:p>
          </p:txBody>
        </p:sp>
        <p:sp>
          <p:nvSpPr>
            <p:cNvPr id="66"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US"/>
            </a:p>
          </p:txBody>
        </p:sp>
        <p:sp>
          <p:nvSpPr>
            <p:cNvPr id="67"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US"/>
            </a:p>
          </p:txBody>
        </p:sp>
        <p:sp>
          <p:nvSpPr>
            <p:cNvPr id="68"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US"/>
            </a:p>
          </p:txBody>
        </p:sp>
      </p:grpSp>
      <p:sp>
        <p:nvSpPr>
          <p:cNvPr id="2" name="Título 1">
            <a:extLst>
              <a:ext uri="{FF2B5EF4-FFF2-40B4-BE49-F238E27FC236}">
                <a16:creationId xmlns:a16="http://schemas.microsoft.com/office/drawing/2014/main" id="{97CC8A63-C7AA-1C44-57E3-38F61F33C2CF}"/>
              </a:ext>
            </a:extLst>
          </p:cNvPr>
          <p:cNvSpPr>
            <a:spLocks noGrp="1"/>
          </p:cNvSpPr>
          <p:nvPr>
            <p:ph type="title"/>
          </p:nvPr>
        </p:nvSpPr>
        <p:spPr>
          <a:xfrm>
            <a:off x="1019015" y="1093787"/>
            <a:ext cx="3059969" cy="4697413"/>
          </a:xfrm>
        </p:spPr>
        <p:txBody>
          <a:bodyPr/>
          <a:lstStyle/>
          <a:p>
            <a:r>
              <a:rPr lang="es-US"/>
              <a:t>Complejidad del Sistema</a:t>
            </a:r>
            <a:endParaRPr lang="es-US" dirty="0"/>
          </a:p>
        </p:txBody>
      </p:sp>
      <p:sp useBgFill="1">
        <p:nvSpPr>
          <p:cNvPr id="6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35BDBC14-A68E-6558-282E-A3004FC61194}"/>
              </a:ext>
            </a:extLst>
          </p:cNvPr>
          <p:cNvSpPr>
            <a:spLocks noGrp="1"/>
          </p:cNvSpPr>
          <p:nvPr>
            <p:ph idx="1"/>
          </p:nvPr>
        </p:nvSpPr>
        <p:spPr>
          <a:xfrm>
            <a:off x="4940836" y="381464"/>
            <a:ext cx="6406621" cy="6273666"/>
          </a:xfrm>
        </p:spPr>
        <p:txBody>
          <a:bodyPr>
            <a:normAutofit fontScale="70000" lnSpcReduction="20000"/>
          </a:bodyPr>
          <a:lstStyle/>
          <a:p>
            <a:pPr>
              <a:lnSpc>
                <a:spcPct val="110000"/>
              </a:lnSpc>
            </a:pPr>
            <a:r>
              <a:rPr lang="es-US" sz="1000" dirty="0"/>
              <a:t>El rendimiento del sistema depende principalmente de las operaciones sobre carpetas, mensajes, usuarios y el servidor. Los costos se derivan del uso de estructuras como diccionarios, </a:t>
            </a:r>
            <a:r>
              <a:rPr lang="es-US" sz="1000" dirty="0" err="1"/>
              <a:t>heaps</a:t>
            </a:r>
            <a:r>
              <a:rPr lang="es-US" sz="1000" dirty="0"/>
              <a:t> y búsquedas recursivas.</a:t>
            </a:r>
          </a:p>
          <a:p>
            <a:pPr>
              <a:lnSpc>
                <a:spcPct val="110000"/>
              </a:lnSpc>
            </a:pPr>
            <a:r>
              <a:rPr lang="es-US" sz="1000" dirty="0"/>
              <a:t>Módulo Carpeta</a:t>
            </a:r>
          </a:p>
          <a:p>
            <a:pPr>
              <a:lnSpc>
                <a:spcPct val="110000"/>
              </a:lnSpc>
            </a:pPr>
            <a:r>
              <a:rPr lang="es-US" sz="1000" dirty="0"/>
              <a:t>Agregar mensaje: O(log n) — por inserción en un </a:t>
            </a:r>
            <a:r>
              <a:rPr lang="es-US" sz="1000" dirty="0" err="1"/>
              <a:t>heap</a:t>
            </a:r>
            <a:r>
              <a:rPr lang="es-US" sz="1000" dirty="0"/>
              <a:t>.</a:t>
            </a:r>
          </a:p>
          <a:p>
            <a:pPr>
              <a:lnSpc>
                <a:spcPct val="110000"/>
              </a:lnSpc>
            </a:pPr>
            <a:r>
              <a:rPr lang="es-US" sz="1000" dirty="0"/>
              <a:t>Eliminar mensaje: O(n) — debe buscar la </a:t>
            </a:r>
            <a:r>
              <a:rPr lang="es-US" sz="1000" dirty="0" err="1"/>
              <a:t>tupla</a:t>
            </a:r>
            <a:r>
              <a:rPr lang="es-US" sz="1000" dirty="0"/>
              <a:t> y luego reordenar.</a:t>
            </a:r>
          </a:p>
          <a:p>
            <a:pPr>
              <a:lnSpc>
                <a:spcPct val="110000"/>
              </a:lnSpc>
            </a:pPr>
            <a:r>
              <a:rPr lang="es-US" sz="1000" dirty="0"/>
              <a:t>Listar mensajes: O(n log n) — extrae cada elemento del </a:t>
            </a:r>
            <a:r>
              <a:rPr lang="es-US" sz="1000" dirty="0" err="1"/>
              <a:t>heap</a:t>
            </a:r>
            <a:r>
              <a:rPr lang="es-US" sz="1000" dirty="0"/>
              <a:t> con </a:t>
            </a:r>
            <a:r>
              <a:rPr lang="es-US" sz="1000" dirty="0" err="1"/>
              <a:t>heappop</a:t>
            </a:r>
            <a:r>
              <a:rPr lang="es-US" sz="1000" dirty="0"/>
              <a:t>().</a:t>
            </a:r>
          </a:p>
          <a:p>
            <a:pPr>
              <a:lnSpc>
                <a:spcPct val="110000"/>
              </a:lnSpc>
            </a:pPr>
            <a:r>
              <a:rPr lang="es-US" sz="1000" dirty="0"/>
              <a:t>Buscar mensaje / carpeta: O(n) — búsqueda recursiva en el árbol de carpetas.</a:t>
            </a:r>
          </a:p>
          <a:p>
            <a:pPr>
              <a:lnSpc>
                <a:spcPct val="110000"/>
              </a:lnSpc>
            </a:pPr>
            <a:r>
              <a:rPr lang="es-US" sz="1000" dirty="0"/>
              <a:t>Agregar subcarpeta: O(1) — inserción en diccionario.</a:t>
            </a:r>
          </a:p>
          <a:p>
            <a:pPr>
              <a:lnSpc>
                <a:spcPct val="110000"/>
              </a:lnSpc>
            </a:pPr>
            <a:r>
              <a:rPr lang="es-US" sz="1000" dirty="0"/>
              <a:t>Obtener carpeta padre: O(1) mejor caso, O(n) peor caso.</a:t>
            </a:r>
          </a:p>
          <a:p>
            <a:pPr>
              <a:lnSpc>
                <a:spcPct val="110000"/>
              </a:lnSpc>
            </a:pPr>
            <a:endParaRPr lang="es-US" sz="1000" dirty="0"/>
          </a:p>
          <a:p>
            <a:pPr>
              <a:lnSpc>
                <a:spcPct val="110000"/>
              </a:lnSpc>
            </a:pPr>
            <a:r>
              <a:rPr lang="es-US" sz="1000" dirty="0"/>
              <a:t>Módulo Usuario</a:t>
            </a:r>
          </a:p>
          <a:p>
            <a:pPr>
              <a:lnSpc>
                <a:spcPct val="110000"/>
              </a:lnSpc>
            </a:pPr>
            <a:r>
              <a:rPr lang="es-US" sz="1000" dirty="0"/>
              <a:t>Guardar mensaje recibido/enviado: O(log n) — inserción en </a:t>
            </a:r>
            <a:r>
              <a:rPr lang="es-US" sz="1000" dirty="0" err="1"/>
              <a:t>heap</a:t>
            </a:r>
            <a:r>
              <a:rPr lang="es-US" sz="1000" dirty="0"/>
              <a:t>.</a:t>
            </a:r>
          </a:p>
          <a:p>
            <a:pPr>
              <a:lnSpc>
                <a:spcPct val="110000"/>
              </a:lnSpc>
            </a:pPr>
            <a:r>
              <a:rPr lang="es-US" sz="1000" dirty="0"/>
              <a:t>Acceder a bandejas: O(1) — acceso directo al diccionario.</a:t>
            </a:r>
          </a:p>
          <a:p>
            <a:pPr>
              <a:lnSpc>
                <a:spcPct val="110000"/>
              </a:lnSpc>
            </a:pPr>
            <a:r>
              <a:rPr lang="es-US" sz="1000" dirty="0"/>
              <a:t>Crear subcarpeta anidada: O(n) — depende de buscar la carpeta padre.</a:t>
            </a:r>
          </a:p>
          <a:p>
            <a:pPr>
              <a:lnSpc>
                <a:spcPct val="110000"/>
              </a:lnSpc>
            </a:pPr>
            <a:r>
              <a:rPr lang="es-US" sz="1000" dirty="0"/>
              <a:t>Filtrado: O(n) — recorre la lista de reglas.</a:t>
            </a:r>
          </a:p>
          <a:p>
            <a:pPr>
              <a:lnSpc>
                <a:spcPct val="110000"/>
              </a:lnSpc>
            </a:pPr>
            <a:r>
              <a:rPr lang="es-US" sz="1000" dirty="0"/>
              <a:t>Crear regla: O(1).</a:t>
            </a:r>
          </a:p>
          <a:p>
            <a:pPr>
              <a:lnSpc>
                <a:spcPct val="110000"/>
              </a:lnSpc>
            </a:pPr>
            <a:endParaRPr lang="es-US" sz="1000" dirty="0"/>
          </a:p>
          <a:p>
            <a:pPr>
              <a:lnSpc>
                <a:spcPct val="110000"/>
              </a:lnSpc>
            </a:pPr>
            <a:r>
              <a:rPr lang="es-US" sz="1000" dirty="0"/>
              <a:t>Módulo Servidor</a:t>
            </a:r>
          </a:p>
          <a:p>
            <a:pPr>
              <a:lnSpc>
                <a:spcPct val="110000"/>
              </a:lnSpc>
            </a:pPr>
            <a:r>
              <a:rPr lang="es-US" sz="1000" dirty="0"/>
              <a:t>Registrar usuario: O(1) — inserción en diccionario.</a:t>
            </a:r>
          </a:p>
          <a:p>
            <a:pPr>
              <a:lnSpc>
                <a:spcPct val="110000"/>
              </a:lnSpc>
            </a:pPr>
            <a:r>
              <a:rPr lang="es-US" sz="1000" dirty="0"/>
              <a:t>Obtener usuarios: O(n) — copia del diccionario.</a:t>
            </a:r>
          </a:p>
          <a:p>
            <a:pPr>
              <a:lnSpc>
                <a:spcPct val="110000"/>
              </a:lnSpc>
            </a:pPr>
            <a:r>
              <a:rPr lang="es-US" sz="1000" dirty="0"/>
              <a:t>Listar mensajes: O(n).</a:t>
            </a:r>
          </a:p>
          <a:p>
            <a:pPr>
              <a:lnSpc>
                <a:spcPct val="110000"/>
              </a:lnSpc>
            </a:pPr>
            <a:r>
              <a:rPr lang="es-US" sz="1000" dirty="0"/>
              <a:t>Recibir mensaje (contador): O(1).</a:t>
            </a:r>
          </a:p>
          <a:p>
            <a:pPr>
              <a:lnSpc>
                <a:spcPct val="110000"/>
              </a:lnSpc>
            </a:pPr>
            <a:endParaRPr lang="es-US" sz="1000" dirty="0"/>
          </a:p>
          <a:p>
            <a:pPr>
              <a:lnSpc>
                <a:spcPct val="110000"/>
              </a:lnSpc>
            </a:pPr>
            <a:r>
              <a:rPr lang="es-US" sz="1000" dirty="0"/>
              <a:t>Módulo Mensaje</a:t>
            </a:r>
          </a:p>
          <a:p>
            <a:pPr>
              <a:lnSpc>
                <a:spcPct val="110000"/>
              </a:lnSpc>
            </a:pPr>
            <a:r>
              <a:rPr lang="es-US" sz="1000" dirty="0" err="1"/>
              <a:t>Setters</a:t>
            </a:r>
            <a:r>
              <a:rPr lang="es-US" sz="1000" dirty="0"/>
              <a:t> de asunto/remitente/destinatario: O(n) — por longitud del </a:t>
            </a:r>
            <a:r>
              <a:rPr lang="es-US" sz="1000" dirty="0" err="1"/>
              <a:t>string</a:t>
            </a:r>
            <a:r>
              <a:rPr lang="es-US" sz="1000" dirty="0"/>
              <a:t>.</a:t>
            </a:r>
          </a:p>
          <a:p>
            <a:pPr>
              <a:lnSpc>
                <a:spcPct val="110000"/>
              </a:lnSpc>
            </a:pPr>
            <a:r>
              <a:rPr lang="es-US" sz="1000" dirty="0" err="1"/>
              <a:t>Getters</a:t>
            </a:r>
            <a:r>
              <a:rPr lang="es-US" sz="1000" dirty="0"/>
              <a:t>: O(1).</a:t>
            </a:r>
          </a:p>
          <a:p>
            <a:pPr>
              <a:lnSpc>
                <a:spcPct val="110000"/>
              </a:lnSpc>
            </a:pPr>
            <a:r>
              <a:rPr lang="es-US" sz="1200" dirty="0"/>
              <a:t>La eficiencia del sistema se mantiene gracias al uso </a:t>
            </a:r>
            <a:r>
              <a:rPr lang="es-US" sz="1200" dirty="0" err="1"/>
              <a:t>de:Heaps</a:t>
            </a:r>
            <a:r>
              <a:rPr lang="es-US" sz="1200" dirty="0"/>
              <a:t> para administrar prioridades, optimizando inserciones y </a:t>
            </a:r>
            <a:r>
              <a:rPr lang="es-US" sz="1200" dirty="0" err="1"/>
              <a:t>ordenamiento.Diccionarios</a:t>
            </a:r>
            <a:r>
              <a:rPr lang="es-US" sz="1200" dirty="0"/>
              <a:t> para accesos rápidos a carpetas y </a:t>
            </a:r>
            <a:r>
              <a:rPr lang="es-US" sz="1200" dirty="0" err="1"/>
              <a:t>usuarios.Búsquedas</a:t>
            </a:r>
            <a:r>
              <a:rPr lang="es-US" sz="1200" dirty="0"/>
              <a:t> recursivas en la estructura jerárquica de las carpetas</a:t>
            </a:r>
          </a:p>
        </p:txBody>
      </p:sp>
    </p:spTree>
    <p:extLst>
      <p:ext uri="{BB962C8B-B14F-4D97-AF65-F5344CB8AC3E}">
        <p14:creationId xmlns:p14="http://schemas.microsoft.com/office/powerpoint/2010/main" val="39909934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8000"/>
                <a:hueMod val="94000"/>
                <a:satMod val="148000"/>
                <a:lumMod val="150000"/>
              </a:schemeClr>
            </a:gs>
            <a:gs pos="100000">
              <a:schemeClr val="bg2">
                <a:shade val="92000"/>
                <a:hueMod val="104000"/>
                <a:satMod val="140000"/>
                <a:lumMod val="68000"/>
              </a:schemeClr>
            </a:gs>
          </a:gsLst>
          <a:lin ang="5040000" scaled="0"/>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978A47D-4F17-40FE-AB70-7AF78A9575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400" y="-14287"/>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85BE3A7E-6A3F-401E-A025-BBB8FDB8DD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tx1">
              <a:alpha val="60000"/>
            </a:schemeClr>
          </a:solidFill>
        </p:grpSpPr>
        <p:sp>
          <p:nvSpPr>
            <p:cNvPr id="11" name="Rectangle 5">
              <a:extLst>
                <a:ext uri="{FF2B5EF4-FFF2-40B4-BE49-F238E27FC236}">
                  <a16:creationId xmlns:a16="http://schemas.microsoft.com/office/drawing/2014/main" id="{41EE9036-817C-476C-BD59-B5184F9A3E3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s-US"/>
            </a:p>
          </p:txBody>
        </p:sp>
        <p:sp>
          <p:nvSpPr>
            <p:cNvPr id="12" name="Freeform 6">
              <a:extLst>
                <a:ext uri="{FF2B5EF4-FFF2-40B4-BE49-F238E27FC236}">
                  <a16:creationId xmlns:a16="http://schemas.microsoft.com/office/drawing/2014/main" id="{F098087A-B4E4-4300-A841-44988BD88E2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US"/>
            </a:p>
          </p:txBody>
        </p:sp>
        <p:sp>
          <p:nvSpPr>
            <p:cNvPr id="13" name="Freeform 7">
              <a:extLst>
                <a:ext uri="{FF2B5EF4-FFF2-40B4-BE49-F238E27FC236}">
                  <a16:creationId xmlns:a16="http://schemas.microsoft.com/office/drawing/2014/main" id="{F5BD5F4B-A39C-4DF9-84E4-A4D33F30E6E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US"/>
            </a:p>
          </p:txBody>
        </p:sp>
        <p:sp>
          <p:nvSpPr>
            <p:cNvPr id="14" name="Freeform 8">
              <a:extLst>
                <a:ext uri="{FF2B5EF4-FFF2-40B4-BE49-F238E27FC236}">
                  <a16:creationId xmlns:a16="http://schemas.microsoft.com/office/drawing/2014/main" id="{D7FA9858-BFA0-4D5B-AF72-B1B65EB069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US"/>
            </a:p>
          </p:txBody>
        </p:sp>
        <p:sp>
          <p:nvSpPr>
            <p:cNvPr id="15" name="Freeform 9">
              <a:extLst>
                <a:ext uri="{FF2B5EF4-FFF2-40B4-BE49-F238E27FC236}">
                  <a16:creationId xmlns:a16="http://schemas.microsoft.com/office/drawing/2014/main" id="{A508A5F3-AFE0-4750-A9C2-B51A514FFC4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US"/>
            </a:p>
          </p:txBody>
        </p:sp>
        <p:sp>
          <p:nvSpPr>
            <p:cNvPr id="16" name="Freeform 10">
              <a:extLst>
                <a:ext uri="{FF2B5EF4-FFF2-40B4-BE49-F238E27FC236}">
                  <a16:creationId xmlns:a16="http://schemas.microsoft.com/office/drawing/2014/main" id="{92B4AAEB-ABF4-42A7-BE52-0B442190D1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US"/>
            </a:p>
          </p:txBody>
        </p:sp>
        <p:sp>
          <p:nvSpPr>
            <p:cNvPr id="17" name="Freeform 11">
              <a:extLst>
                <a:ext uri="{FF2B5EF4-FFF2-40B4-BE49-F238E27FC236}">
                  <a16:creationId xmlns:a16="http://schemas.microsoft.com/office/drawing/2014/main" id="{3767C370-4A42-4376-8CAE-606C4BC8F4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US"/>
            </a:p>
          </p:txBody>
        </p:sp>
        <p:sp>
          <p:nvSpPr>
            <p:cNvPr id="18" name="Freeform 12">
              <a:extLst>
                <a:ext uri="{FF2B5EF4-FFF2-40B4-BE49-F238E27FC236}">
                  <a16:creationId xmlns:a16="http://schemas.microsoft.com/office/drawing/2014/main" id="{36205F53-9C95-4954-B97C-1625BB8A350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US"/>
            </a:p>
          </p:txBody>
        </p:sp>
        <p:sp>
          <p:nvSpPr>
            <p:cNvPr id="19" name="Freeform 13">
              <a:extLst>
                <a:ext uri="{FF2B5EF4-FFF2-40B4-BE49-F238E27FC236}">
                  <a16:creationId xmlns:a16="http://schemas.microsoft.com/office/drawing/2014/main" id="{DC80B58E-3469-43E9-96FC-D747B698303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US"/>
            </a:p>
          </p:txBody>
        </p:sp>
        <p:sp>
          <p:nvSpPr>
            <p:cNvPr id="20" name="Freeform 14">
              <a:extLst>
                <a:ext uri="{FF2B5EF4-FFF2-40B4-BE49-F238E27FC236}">
                  <a16:creationId xmlns:a16="http://schemas.microsoft.com/office/drawing/2014/main" id="{E17A4ED2-DDD7-4B4D-A39C-9B0121C886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US"/>
            </a:p>
          </p:txBody>
        </p:sp>
        <p:sp>
          <p:nvSpPr>
            <p:cNvPr id="21" name="Freeform 15">
              <a:extLst>
                <a:ext uri="{FF2B5EF4-FFF2-40B4-BE49-F238E27FC236}">
                  <a16:creationId xmlns:a16="http://schemas.microsoft.com/office/drawing/2014/main" id="{A2C14A85-E7A9-4E1D-809F-20F5CFA788B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US"/>
            </a:p>
          </p:txBody>
        </p:sp>
        <p:sp>
          <p:nvSpPr>
            <p:cNvPr id="22" name="Line 16">
              <a:extLst>
                <a:ext uri="{FF2B5EF4-FFF2-40B4-BE49-F238E27FC236}">
                  <a16:creationId xmlns:a16="http://schemas.microsoft.com/office/drawing/2014/main" id="{F3D51E32-9399-4B7F-8D91-BF9A068B834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s-US"/>
            </a:p>
          </p:txBody>
        </p:sp>
        <p:sp>
          <p:nvSpPr>
            <p:cNvPr id="23" name="Freeform 17">
              <a:extLst>
                <a:ext uri="{FF2B5EF4-FFF2-40B4-BE49-F238E27FC236}">
                  <a16:creationId xmlns:a16="http://schemas.microsoft.com/office/drawing/2014/main" id="{9969F9D2-502D-4C1D-ABA5-02B1BF2A00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US"/>
            </a:p>
          </p:txBody>
        </p:sp>
        <p:sp>
          <p:nvSpPr>
            <p:cNvPr id="24" name="Freeform 18">
              <a:extLst>
                <a:ext uri="{FF2B5EF4-FFF2-40B4-BE49-F238E27FC236}">
                  <a16:creationId xmlns:a16="http://schemas.microsoft.com/office/drawing/2014/main" id="{4AE555C6-5623-478A-BF35-63E9929A3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US"/>
            </a:p>
          </p:txBody>
        </p:sp>
        <p:sp>
          <p:nvSpPr>
            <p:cNvPr id="25" name="Freeform 19">
              <a:extLst>
                <a:ext uri="{FF2B5EF4-FFF2-40B4-BE49-F238E27FC236}">
                  <a16:creationId xmlns:a16="http://schemas.microsoft.com/office/drawing/2014/main" id="{A3D3AED4-A69E-4301-9BB4-436DC5F0C9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US"/>
            </a:p>
          </p:txBody>
        </p:sp>
        <p:sp>
          <p:nvSpPr>
            <p:cNvPr id="26" name="Freeform 20">
              <a:extLst>
                <a:ext uri="{FF2B5EF4-FFF2-40B4-BE49-F238E27FC236}">
                  <a16:creationId xmlns:a16="http://schemas.microsoft.com/office/drawing/2014/main" id="{C3B8082C-2D81-48D7-8B45-85B7C89296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US"/>
            </a:p>
          </p:txBody>
        </p:sp>
        <p:sp>
          <p:nvSpPr>
            <p:cNvPr id="27" name="Rectangle 21">
              <a:extLst>
                <a:ext uri="{FF2B5EF4-FFF2-40B4-BE49-F238E27FC236}">
                  <a16:creationId xmlns:a16="http://schemas.microsoft.com/office/drawing/2014/main" id="{9AD35461-BA86-408B-8A29-244EB2F2FB5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s-US"/>
            </a:p>
          </p:txBody>
        </p:sp>
        <p:sp>
          <p:nvSpPr>
            <p:cNvPr id="28" name="Freeform 22">
              <a:extLst>
                <a:ext uri="{FF2B5EF4-FFF2-40B4-BE49-F238E27FC236}">
                  <a16:creationId xmlns:a16="http://schemas.microsoft.com/office/drawing/2014/main" id="{F238E495-B6C6-4857-899B-CDD5848312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US"/>
            </a:p>
          </p:txBody>
        </p:sp>
        <p:sp>
          <p:nvSpPr>
            <p:cNvPr id="29" name="Freeform 23">
              <a:extLst>
                <a:ext uri="{FF2B5EF4-FFF2-40B4-BE49-F238E27FC236}">
                  <a16:creationId xmlns:a16="http://schemas.microsoft.com/office/drawing/2014/main" id="{E20A751E-054C-4EC2-8DA3-0EC923A6588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US"/>
            </a:p>
          </p:txBody>
        </p:sp>
        <p:sp>
          <p:nvSpPr>
            <p:cNvPr id="30" name="Freeform 24">
              <a:extLst>
                <a:ext uri="{FF2B5EF4-FFF2-40B4-BE49-F238E27FC236}">
                  <a16:creationId xmlns:a16="http://schemas.microsoft.com/office/drawing/2014/main" id="{B6E8E701-3D21-4E5C-AB6E-9A74046970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US"/>
            </a:p>
          </p:txBody>
        </p:sp>
        <p:sp>
          <p:nvSpPr>
            <p:cNvPr id="31" name="Freeform 25">
              <a:extLst>
                <a:ext uri="{FF2B5EF4-FFF2-40B4-BE49-F238E27FC236}">
                  <a16:creationId xmlns:a16="http://schemas.microsoft.com/office/drawing/2014/main" id="{431BDA41-D09D-4984-B888-756F5F81B49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US"/>
            </a:p>
          </p:txBody>
        </p:sp>
        <p:sp>
          <p:nvSpPr>
            <p:cNvPr id="32" name="Freeform 26">
              <a:extLst>
                <a:ext uri="{FF2B5EF4-FFF2-40B4-BE49-F238E27FC236}">
                  <a16:creationId xmlns:a16="http://schemas.microsoft.com/office/drawing/2014/main" id="{0DC943D2-20E4-4C00-82D2-D405A7C00B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US"/>
            </a:p>
          </p:txBody>
        </p:sp>
        <p:sp>
          <p:nvSpPr>
            <p:cNvPr id="33" name="Freeform 27">
              <a:extLst>
                <a:ext uri="{FF2B5EF4-FFF2-40B4-BE49-F238E27FC236}">
                  <a16:creationId xmlns:a16="http://schemas.microsoft.com/office/drawing/2014/main" id="{4BC34A74-80A2-4DE1-8ADC-BBD1709035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US"/>
            </a:p>
          </p:txBody>
        </p:sp>
        <p:sp>
          <p:nvSpPr>
            <p:cNvPr id="34" name="Freeform 28">
              <a:extLst>
                <a:ext uri="{FF2B5EF4-FFF2-40B4-BE49-F238E27FC236}">
                  <a16:creationId xmlns:a16="http://schemas.microsoft.com/office/drawing/2014/main" id="{C6C3CA25-431F-4E26-952D-4AA9C4C725C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US"/>
            </a:p>
          </p:txBody>
        </p:sp>
        <p:sp>
          <p:nvSpPr>
            <p:cNvPr id="35" name="Freeform 29">
              <a:extLst>
                <a:ext uri="{FF2B5EF4-FFF2-40B4-BE49-F238E27FC236}">
                  <a16:creationId xmlns:a16="http://schemas.microsoft.com/office/drawing/2014/main" id="{776D1836-82AE-40EF-9829-C6B8D2CF025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US"/>
            </a:p>
          </p:txBody>
        </p:sp>
        <p:sp>
          <p:nvSpPr>
            <p:cNvPr id="36" name="Freeform 30">
              <a:extLst>
                <a:ext uri="{FF2B5EF4-FFF2-40B4-BE49-F238E27FC236}">
                  <a16:creationId xmlns:a16="http://schemas.microsoft.com/office/drawing/2014/main" id="{9A8E397E-ADF9-45C1-98F4-3F5A86378B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US"/>
            </a:p>
          </p:txBody>
        </p:sp>
        <p:sp>
          <p:nvSpPr>
            <p:cNvPr id="37" name="Freeform 31">
              <a:extLst>
                <a:ext uri="{FF2B5EF4-FFF2-40B4-BE49-F238E27FC236}">
                  <a16:creationId xmlns:a16="http://schemas.microsoft.com/office/drawing/2014/main" id="{DE07CFD9-357F-40BC-A792-CE874BFE509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US"/>
            </a:p>
          </p:txBody>
        </p:sp>
      </p:grpSp>
      <p:sp>
        <p:nvSpPr>
          <p:cNvPr id="2" name="Título 1">
            <a:extLst>
              <a:ext uri="{FF2B5EF4-FFF2-40B4-BE49-F238E27FC236}">
                <a16:creationId xmlns:a16="http://schemas.microsoft.com/office/drawing/2014/main" id="{136A8DC9-C564-F54F-676E-9B9991C488A3}"/>
              </a:ext>
            </a:extLst>
          </p:cNvPr>
          <p:cNvSpPr>
            <a:spLocks noGrp="1"/>
          </p:cNvSpPr>
          <p:nvPr>
            <p:ph type="title"/>
          </p:nvPr>
        </p:nvSpPr>
        <p:spPr>
          <a:xfrm>
            <a:off x="1141413" y="1082673"/>
            <a:ext cx="2869416" cy="4708528"/>
          </a:xfrm>
        </p:spPr>
        <p:txBody>
          <a:bodyPr>
            <a:normAutofit/>
          </a:bodyPr>
          <a:lstStyle/>
          <a:p>
            <a:pPr algn="r"/>
            <a:r>
              <a:rPr lang="es-US" sz="2500"/>
              <a:t>Funcionalidades Implementadas</a:t>
            </a:r>
          </a:p>
        </p:txBody>
      </p:sp>
      <p:cxnSp>
        <p:nvCxnSpPr>
          <p:cNvPr id="39" name="Straight Connector 38">
            <a:extLst>
              <a:ext uri="{FF2B5EF4-FFF2-40B4-BE49-F238E27FC236}">
                <a16:creationId xmlns:a16="http://schemas.microsoft.com/office/drawing/2014/main" id="{085ECEC0-FF5D-4348-92C7-1EA7C61E770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454684"/>
            <a:ext cx="0" cy="3649129"/>
          </a:xfrm>
          <a:prstGeom prst="line">
            <a:avLst/>
          </a:prstGeom>
          <a:ln w="25400">
            <a:solidFill>
              <a:schemeClr val="tx1">
                <a:alpha val="70000"/>
              </a:schemeClr>
            </a:solidFill>
          </a:ln>
        </p:spPr>
        <p:style>
          <a:lnRef idx="1">
            <a:schemeClr val="accent1"/>
          </a:lnRef>
          <a:fillRef idx="0">
            <a:schemeClr val="accent1"/>
          </a:fillRef>
          <a:effectRef idx="0">
            <a:schemeClr val="accent1"/>
          </a:effectRef>
          <a:fontRef idx="minor">
            <a:schemeClr val="tx1"/>
          </a:fontRef>
        </p:style>
      </p:cxnSp>
      <p:sp>
        <p:nvSpPr>
          <p:cNvPr id="3" name="Marcador de contenido 2">
            <a:extLst>
              <a:ext uri="{FF2B5EF4-FFF2-40B4-BE49-F238E27FC236}">
                <a16:creationId xmlns:a16="http://schemas.microsoft.com/office/drawing/2014/main" id="{5C23EC8E-F943-CB14-ACF1-06A7B97D49C3}"/>
              </a:ext>
            </a:extLst>
          </p:cNvPr>
          <p:cNvSpPr>
            <a:spLocks noGrp="1"/>
          </p:cNvSpPr>
          <p:nvPr>
            <p:ph idx="1"/>
          </p:nvPr>
        </p:nvSpPr>
        <p:spPr>
          <a:xfrm>
            <a:off x="5297763" y="1082673"/>
            <a:ext cx="5751237" cy="4708528"/>
          </a:xfrm>
        </p:spPr>
        <p:txBody>
          <a:bodyPr anchor="ctr">
            <a:noAutofit/>
          </a:bodyPr>
          <a:lstStyle/>
          <a:p>
            <a:pPr marL="0" indent="0">
              <a:buNone/>
            </a:pPr>
            <a:r>
              <a:rPr lang="es-US" sz="1800"/>
              <a:t>Registro de usuarios por dominio</a:t>
            </a:r>
          </a:p>
          <a:p>
            <a:pPr marL="0" indent="0">
              <a:buNone/>
            </a:pPr>
            <a:r>
              <a:rPr lang="es-US" sz="1800"/>
              <a:t> Envío de mensajes (local y entre servidores)</a:t>
            </a:r>
          </a:p>
          <a:p>
            <a:pPr marL="0" indent="0">
              <a:buNone/>
            </a:pPr>
            <a:r>
              <a:rPr lang="es-US" sz="1800"/>
              <a:t>Simulación de enrutamiento entre dominios (grafo + BFS)</a:t>
            </a:r>
          </a:p>
          <a:p>
            <a:pPr marL="0" indent="0">
              <a:buNone/>
            </a:pPr>
            <a:r>
              <a:rPr lang="es-US" sz="1800"/>
              <a:t>Bandeja de entrada y salida </a:t>
            </a:r>
          </a:p>
          <a:p>
            <a:pPr marL="0" indent="0">
              <a:buNone/>
            </a:pPr>
            <a:r>
              <a:rPr lang="es-US" sz="1800"/>
              <a:t>Creación de subcarpetas principales y anidadas </a:t>
            </a:r>
          </a:p>
          <a:p>
            <a:pPr marL="0" indent="0">
              <a:buNone/>
            </a:pPr>
            <a:r>
              <a:rPr lang="es-US" sz="1800"/>
              <a:t>Filtrado automático por palabras clave </a:t>
            </a:r>
          </a:p>
          <a:p>
            <a:pPr marL="0" indent="0">
              <a:buNone/>
            </a:pPr>
            <a:r>
              <a:rPr lang="es-US" sz="1800"/>
              <a:t>Cola de prioridad para mensajes urgentes </a:t>
            </a:r>
          </a:p>
          <a:p>
            <a:pPr marL="0" indent="0">
              <a:buNone/>
            </a:pPr>
            <a:r>
              <a:rPr lang="es-US" sz="1800"/>
              <a:t>Búsqueda recursiva de carpetas y mensajes </a:t>
            </a:r>
          </a:p>
          <a:p>
            <a:pPr marL="0" indent="0">
              <a:buNone/>
            </a:pPr>
            <a:r>
              <a:rPr lang="es-US" sz="1800"/>
              <a:t>Movimiento de mensajes entre carpetas </a:t>
            </a:r>
          </a:p>
          <a:p>
            <a:pPr marL="0" indent="0">
              <a:buNone/>
            </a:pPr>
            <a:r>
              <a:rPr lang="es-US" sz="1800"/>
              <a:t>Contador de mensajes </a:t>
            </a:r>
          </a:p>
          <a:p>
            <a:pPr marL="0" indent="0">
              <a:buNone/>
            </a:pPr>
            <a:r>
              <a:rPr lang="es-US" sz="1800"/>
              <a:t>Interfaz por consola para operar el sistema</a:t>
            </a:r>
          </a:p>
        </p:txBody>
      </p:sp>
      <p:grpSp>
        <p:nvGrpSpPr>
          <p:cNvPr id="41" name="Group 40">
            <a:extLst>
              <a:ext uri="{FF2B5EF4-FFF2-40B4-BE49-F238E27FC236}">
                <a16:creationId xmlns:a16="http://schemas.microsoft.com/office/drawing/2014/main" id="{F4E035BE-9FF4-43D3-BC25-CF582D7FF85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solidFill>
            <a:schemeClr val="tx1">
              <a:alpha val="60000"/>
            </a:schemeClr>
          </a:solidFill>
        </p:grpSpPr>
        <p:sp>
          <p:nvSpPr>
            <p:cNvPr id="42" name="Freeform 32">
              <a:extLst>
                <a:ext uri="{FF2B5EF4-FFF2-40B4-BE49-F238E27FC236}">
                  <a16:creationId xmlns:a16="http://schemas.microsoft.com/office/drawing/2014/main" id="{F98BCEB2-EC20-4E84-A994-0AC37292C8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US"/>
            </a:p>
          </p:txBody>
        </p:sp>
        <p:sp>
          <p:nvSpPr>
            <p:cNvPr id="43" name="Freeform 33">
              <a:extLst>
                <a:ext uri="{FF2B5EF4-FFF2-40B4-BE49-F238E27FC236}">
                  <a16:creationId xmlns:a16="http://schemas.microsoft.com/office/drawing/2014/main" id="{7A2E1821-AEDF-417E-9F17-83379E9C094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US"/>
            </a:p>
          </p:txBody>
        </p:sp>
        <p:sp>
          <p:nvSpPr>
            <p:cNvPr id="44" name="Freeform 34">
              <a:extLst>
                <a:ext uri="{FF2B5EF4-FFF2-40B4-BE49-F238E27FC236}">
                  <a16:creationId xmlns:a16="http://schemas.microsoft.com/office/drawing/2014/main" id="{CB3734E2-8292-4B47-B6AB-0E5A058DE95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US"/>
            </a:p>
          </p:txBody>
        </p:sp>
        <p:sp>
          <p:nvSpPr>
            <p:cNvPr id="45" name="Freeform 35">
              <a:extLst>
                <a:ext uri="{FF2B5EF4-FFF2-40B4-BE49-F238E27FC236}">
                  <a16:creationId xmlns:a16="http://schemas.microsoft.com/office/drawing/2014/main" id="{A0B09C51-29AB-45C0-B707-CCFB9DF280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US"/>
            </a:p>
          </p:txBody>
        </p:sp>
        <p:sp>
          <p:nvSpPr>
            <p:cNvPr id="46" name="Freeform 36">
              <a:extLst>
                <a:ext uri="{FF2B5EF4-FFF2-40B4-BE49-F238E27FC236}">
                  <a16:creationId xmlns:a16="http://schemas.microsoft.com/office/drawing/2014/main" id="{510C0CED-AE1B-45AE-B5E1-57521E589D2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US"/>
            </a:p>
          </p:txBody>
        </p:sp>
        <p:sp>
          <p:nvSpPr>
            <p:cNvPr id="47" name="Freeform 37">
              <a:extLst>
                <a:ext uri="{FF2B5EF4-FFF2-40B4-BE49-F238E27FC236}">
                  <a16:creationId xmlns:a16="http://schemas.microsoft.com/office/drawing/2014/main" id="{591F2327-4B45-41AA-B41C-7404B6A1E4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US"/>
            </a:p>
          </p:txBody>
        </p:sp>
        <p:sp>
          <p:nvSpPr>
            <p:cNvPr id="48" name="Freeform 38">
              <a:extLst>
                <a:ext uri="{FF2B5EF4-FFF2-40B4-BE49-F238E27FC236}">
                  <a16:creationId xmlns:a16="http://schemas.microsoft.com/office/drawing/2014/main" id="{5A63224C-41A0-42C0-96F6-0B2BE99A135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US"/>
            </a:p>
          </p:txBody>
        </p:sp>
        <p:sp>
          <p:nvSpPr>
            <p:cNvPr id="49" name="Freeform 39">
              <a:extLst>
                <a:ext uri="{FF2B5EF4-FFF2-40B4-BE49-F238E27FC236}">
                  <a16:creationId xmlns:a16="http://schemas.microsoft.com/office/drawing/2014/main" id="{A7C00B9F-C253-4776-9935-EC02254A4F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US"/>
            </a:p>
          </p:txBody>
        </p:sp>
        <p:sp>
          <p:nvSpPr>
            <p:cNvPr id="50" name="Freeform 40">
              <a:extLst>
                <a:ext uri="{FF2B5EF4-FFF2-40B4-BE49-F238E27FC236}">
                  <a16:creationId xmlns:a16="http://schemas.microsoft.com/office/drawing/2014/main" id="{5062D4AA-13F3-4064-8440-FFE8562D854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US"/>
            </a:p>
          </p:txBody>
        </p:sp>
        <p:sp>
          <p:nvSpPr>
            <p:cNvPr id="51" name="Rectangle 41">
              <a:extLst>
                <a:ext uri="{FF2B5EF4-FFF2-40B4-BE49-F238E27FC236}">
                  <a16:creationId xmlns:a16="http://schemas.microsoft.com/office/drawing/2014/main" id="{3E143B27-CB82-440B-879B-D25C1891C1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s-US"/>
            </a:p>
          </p:txBody>
        </p:sp>
      </p:grpSp>
    </p:spTree>
    <p:extLst>
      <p:ext uri="{BB962C8B-B14F-4D97-AF65-F5344CB8AC3E}">
        <p14:creationId xmlns:p14="http://schemas.microsoft.com/office/powerpoint/2010/main" val="19494532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430F54-CB08-6F14-4CD5-779543123D12}"/>
              </a:ext>
            </a:extLst>
          </p:cNvPr>
          <p:cNvSpPr>
            <a:spLocks noGrp="1"/>
          </p:cNvSpPr>
          <p:nvPr>
            <p:ph type="title"/>
          </p:nvPr>
        </p:nvSpPr>
        <p:spPr>
          <a:xfrm>
            <a:off x="1141413" y="618518"/>
            <a:ext cx="9905998" cy="1478570"/>
          </a:xfrm>
        </p:spPr>
        <p:txBody>
          <a:bodyPr/>
          <a:lstStyle/>
          <a:p>
            <a:r>
              <a:rPr lang="es-US" dirty="0"/>
              <a:t>Conclusión </a:t>
            </a:r>
          </a:p>
        </p:txBody>
      </p:sp>
      <p:graphicFrame>
        <p:nvGraphicFramePr>
          <p:cNvPr id="5" name="Marcador de contenido 2">
            <a:extLst>
              <a:ext uri="{FF2B5EF4-FFF2-40B4-BE49-F238E27FC236}">
                <a16:creationId xmlns:a16="http://schemas.microsoft.com/office/drawing/2014/main" id="{E3E067E1-67A2-3DBB-D4AD-A9D67431535B}"/>
              </a:ext>
            </a:extLst>
          </p:cNvPr>
          <p:cNvGraphicFramePr>
            <a:graphicFrameLocks noGrp="1"/>
          </p:cNvGraphicFramePr>
          <p:nvPr>
            <p:ph idx="1"/>
            <p:extLst>
              <p:ext uri="{D42A27DB-BD31-4B8C-83A1-F6EECF244321}">
                <p14:modId xmlns:p14="http://schemas.microsoft.com/office/powerpoint/2010/main" val="2063006895"/>
              </p:ext>
            </p:extLst>
          </p:nvPr>
        </p:nvGraphicFramePr>
        <p:xfrm>
          <a:off x="1141413" y="2418820"/>
          <a:ext cx="9906000" cy="314272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068784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name="Circuito">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Panorámica</PresentationFormat>
  <Slides>9</Slides>
  <Notes>0</Notes>
  <HiddenSlides>0</HiddenSlides>
  <ScaleCrop>false</ScaleCrop>
  <HeadingPairs>
    <vt:vector size="4" baseType="variant">
      <vt:variant>
        <vt:lpstr>Tema</vt:lpstr>
      </vt:variant>
      <vt:variant>
        <vt:i4>1</vt:i4>
      </vt:variant>
      <vt:variant>
        <vt:lpstr>Títulos de diapositiva</vt:lpstr>
      </vt:variant>
      <vt:variant>
        <vt:i4>9</vt:i4>
      </vt:variant>
    </vt:vector>
  </HeadingPairs>
  <TitlesOfParts>
    <vt:vector size="10" baseType="lpstr">
      <vt:lpstr>Circuito</vt:lpstr>
      <vt:lpstr>Trabajo práctico integrador            Cliente de correo </vt:lpstr>
      <vt:lpstr>Introducción</vt:lpstr>
      <vt:lpstr>Arquitectura del Sistema</vt:lpstr>
      <vt:lpstr>Presentación de PowerPoint</vt:lpstr>
      <vt:lpstr>Clases principales </vt:lpstr>
      <vt:lpstr>Diagrama uml</vt:lpstr>
      <vt:lpstr>Complejidad del Sistema</vt:lpstr>
      <vt:lpstr>Funcionalidades Implementadas</vt:lpstr>
      <vt:lpstr>Conclusión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Trabajo práctico integrador            Cliente de correo </dc:title>
  <dc:creator>Raul Anriquez</dc:creator>
  <cp:lastModifiedBy>Raul Anriquez</cp:lastModifiedBy>
  <cp:revision>12</cp:revision>
  <dcterms:created xsi:type="dcterms:W3CDTF">2025-11-14T03:03:15Z</dcterms:created>
  <dcterms:modified xsi:type="dcterms:W3CDTF">2025-11-15T10:36:34Z</dcterms:modified>
</cp:coreProperties>
</file>